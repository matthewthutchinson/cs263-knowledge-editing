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82" r:id="rId4"/>
    <p:sldMasterId id="2147483683"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Helvetica Neue"/>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HelveticaNeue-regular.fntdata"/><Relationship Id="rId14" Type="http://schemas.openxmlformats.org/officeDocument/2006/relationships/slide" Target="slides/slide8.xml"/><Relationship Id="rId17" Type="http://schemas.openxmlformats.org/officeDocument/2006/relationships/font" Target="fonts/HelveticaNeue-italic.fntdata"/><Relationship Id="rId16" Type="http://schemas.openxmlformats.org/officeDocument/2006/relationships/font" Target="fonts/HelveticaNeue-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18" Type="http://schemas.openxmlformats.org/officeDocument/2006/relationships/font" Target="fonts/HelveticaNeue-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e80e684496_0_2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g3e80e684496_0_2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project evaluates knowledge editing methods. The main question is: when a model appears to learn an edited fact, does that edit behave consistently beyond the exact rewrite prompt?</a:t>
            </a:r>
            <a:endParaRPr/>
          </a:p>
        </p:txBody>
      </p:sp>
      <p:sp>
        <p:nvSpPr>
          <p:cNvPr id="242" name="Google Shape;242;g3e80e684496_0_2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e80e684496_0_49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g3e80e684496_0_49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first looked at the standard CounterFact metrics like rewrite accuracy, rephrase accuracy, and locality.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main pattern is that each method has a different tradeoff. IKE is very strong on rewrite and rephrase accuracy, but its locality is very low. ROME has stronger locality than IKE, but weaker rephrase performance. MEMIT preserves locality best, but has lower direct edit success in this setting.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from the standard metrics alone, there is no clear winner. A method can look excellent on direct editing while still creating problems elsewhere.</a:t>
            </a:r>
            <a:endParaRPr/>
          </a:p>
        </p:txBody>
      </p:sp>
      <p:sp>
        <p:nvSpPr>
          <p:cNvPr id="251" name="Google Shape;251;g3e80e684496_0_49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e80e684496_0_6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g3e80e684496_0_6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 motivated the second part of our evaluation. Rewrite accuracy mostly asks whether the model can repeat the new fact directly.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wanted to test whether the edit acts more like a coherent update. So we evaluated three dimensions: direct success, specificity, and consistency.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Consistency is the key addition here. It asks whether the edited fact transfers across inverse prompts, negation, compositional questions, contradictions, and reasoning-style probes.</a:t>
            </a:r>
            <a:endParaRPr/>
          </a:p>
        </p:txBody>
      </p:sp>
      <p:sp>
        <p:nvSpPr>
          <p:cNvPr id="292" name="Google Shape;292;g3e80e684496_0_65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e80e684496_0_79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g3e80e684496_0_79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diagnostic probes show that rewrite success does not imply logical consistency.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Across the full probe set, all three methods are only around 38 to 42 percent. So even when edits work directly, the surrounding behavior is often incomplete.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biggest failure is inverse transfer. ROME and MEMIT are at zero percent, and IKE is still very low. That means the model often does not connect the edited fact in the reverse direction.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probe-type results make this more precise. Models do better when the prompt gives them more support, but they struggle when the edit has to be used implicitly or from the target side.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our takeaway is that current editing methods can change surface recall without fully updating the model’s related knowledge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b="0" i="0" lang="en-US" sz="1200"/>
              <a:t>That’s the main-project result. From here, Corey will talk about applying this idea in a RAG setting.</a:t>
            </a:r>
            <a:endParaRPr/>
          </a:p>
          <a:p>
            <a:pPr indent="0" lvl="0" marL="0" rtl="0" algn="l">
              <a:spcBef>
                <a:spcPts val="0"/>
              </a:spcBef>
              <a:spcAft>
                <a:spcPts val="0"/>
              </a:spcAft>
              <a:buNone/>
            </a:pPr>
            <a:r>
              <a:t/>
            </a:r>
            <a:endParaRPr/>
          </a:p>
        </p:txBody>
      </p:sp>
      <p:sp>
        <p:nvSpPr>
          <p:cNvPr id="321" name="Google Shape;321;g3e80e684496_0_79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ecc46d0906_0_1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g3ecc46d0906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ecc46d0906_0_4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ecc46d0906_0_4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g3ecc46d0906_0_48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e818a959e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e818a959e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So far we’ve treated knowledge editing as surgery — ROME, MEMIT, and IKE overwrite a specific fact in the weights or the context. And we just saw the limitations: the edits don’t transfer to inverse queries and a conflicting retrieved document may override the edit.</a:t>
            </a:r>
            <a:br>
              <a:rPr lang="en-US"/>
            </a:br>
            <a:br>
              <a:rPr lang="en-US"/>
            </a:br>
            <a:r>
              <a:rPr lang="en-US"/>
              <a:t>A newer line of work focuses on geometry and flips that around. It starts from HOW concepts are laid out: on low-dimensional, curved manifolds. And it shows that if you want to steer a model, you should move along that manifold rather than taking a straight Euclidean line that cuts off-manifold and garbles the output. We should focus on the right geometry, not the right direction. That’s the picture on the right the dashed chord cuts across, the green path follows the ring. For our task, we asks whether that shared geometry holds across languages.</a:t>
            </a:r>
            <a:endParaRPr/>
          </a:p>
        </p:txBody>
      </p:sp>
      <p:sp>
        <p:nvSpPr>
          <p:cNvPr id="368" name="Google Shape;368;g3e818a959e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e818a959e3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e818a959e3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test three things in Qwen, across English and Chinese.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Readable</a:t>
            </a:r>
            <a:r>
              <a:rPr lang="en-US" sz="1100">
                <a:latin typeface="Arial"/>
                <a:ea typeface="Arial"/>
                <a:cs typeface="Arial"/>
                <a:sym typeface="Arial"/>
              </a:rPr>
              <a:t>: if the model forms a concept in English, can we read it out of its Chinese activations? We train a probe in one language and test it on the other. Years transfer almost perfectly; days are still strong — about 0.85 correlation. And it improves with scale: the day metric gets better from the 1.7-billion model to the 7-billion one.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Usable</a:t>
            </a:r>
            <a:r>
              <a:rPr lang="en-US" sz="1100">
                <a:latin typeface="Arial"/>
                <a:ea typeface="Arial"/>
                <a:cs typeface="Arial"/>
                <a:sym typeface="Arial"/>
              </a:rPr>
              <a:t>: can we act on that shared picture? A steering vector built in one language nudges behavior in the other — cleanly for years, which is basically a straight line. Days live on a ring, so a straight push steers the answer but breaks fluency.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Steerable</a:t>
            </a:r>
            <a:r>
              <a:rPr lang="en-US" sz="1100">
                <a:latin typeface="Arial"/>
                <a:ea typeface="Arial"/>
                <a:cs typeface="Arial"/>
                <a:sym typeface="Arial"/>
              </a:rPr>
              <a:t> fixes that: instead of pushing in a straight line, we rotate along the ring. Those two numbers — 2.24 versus 0.58 — are the strongest </a:t>
            </a:r>
            <a:r>
              <a:rPr i="1" lang="en-US" sz="1100">
                <a:latin typeface="Arial"/>
                <a:ea typeface="Arial"/>
                <a:cs typeface="Arial"/>
                <a:sym typeface="Arial"/>
              </a:rPr>
              <a:t>clean</a:t>
            </a:r>
            <a:r>
              <a:rPr lang="en-US" sz="1100">
                <a:latin typeface="Arial"/>
                <a:ea typeface="Arial"/>
                <a:cs typeface="Arial"/>
                <a:sym typeface="Arial"/>
              </a:rPr>
              <a:t> push each method manages before the output breaks. Rotating gets to 2.24 and stays fluent; plain addition stalls at 0.58. The takeaway is that it only works one direction.</a:t>
            </a:r>
            <a:endParaRPr sz="1100">
              <a:latin typeface="Arial"/>
              <a:ea typeface="Arial"/>
              <a:cs typeface="Arial"/>
              <a:sym typeface="Arial"/>
            </a:endParaRPr>
          </a:p>
          <a:p>
            <a:pPr indent="0" lvl="0" marL="0" rtl="0" algn="l">
              <a:lnSpc>
                <a:spcPct val="115000"/>
              </a:lnSpc>
              <a:spcBef>
                <a:spcPts val="1200"/>
              </a:spcBef>
              <a:spcAft>
                <a:spcPts val="1200"/>
              </a:spcAft>
              <a:buNone/>
            </a:pPr>
            <a:r>
              <a:rPr lang="en-US" sz="1100">
                <a:latin typeface="Arial"/>
                <a:ea typeface="Arial"/>
                <a:cs typeface="Arial"/>
                <a:sym typeface="Arial"/>
              </a:rPr>
              <a:t>Next, we swap RSA, which just approximates whether the two languages trace a similar shape, which turns out unreliable — for fitting the concept's actual curve in each language, and steering along those curves.</a:t>
            </a:r>
            <a:endParaRPr/>
          </a:p>
        </p:txBody>
      </p:sp>
      <p:sp>
        <p:nvSpPr>
          <p:cNvPr id="387" name="Google Shape;387;g3e818a959e3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pener">
  <p:cSld name="Title Opener">
    <p:spTree>
      <p:nvGrpSpPr>
        <p:cNvPr id="15" name="Shape 15"/>
        <p:cNvGrpSpPr/>
        <p:nvPr/>
      </p:nvGrpSpPr>
      <p:grpSpPr>
        <a:xfrm>
          <a:off x="0" y="0"/>
          <a:ext cx="0" cy="0"/>
          <a:chOff x="0" y="0"/>
          <a:chExt cx="0" cy="0"/>
        </a:xfrm>
      </p:grpSpPr>
      <p:sp>
        <p:nvSpPr>
          <p:cNvPr id="16" name="Google Shape;16;p2"/>
          <p:cNvSpPr txBox="1"/>
          <p:nvPr>
            <p:ph idx="10" type="dt"/>
          </p:nvPr>
        </p:nvSpPr>
        <p:spPr>
          <a:xfrm>
            <a:off x="7407534" y="4754880"/>
            <a:ext cx="941832" cy="3657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2pPr>
            <a:lvl3pPr lvl="2"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3pPr>
            <a:lvl4pPr lvl="3"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4pPr>
            <a:lvl5pPr lvl="4"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5pPr>
            <a:lvl6pPr lvl="5"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6pPr>
            <a:lvl7pPr lvl="6"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7pPr>
            <a:lvl8pPr lvl="7"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8pPr>
            <a:lvl9pPr lvl="8"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9pPr>
          </a:lstStyle>
          <a:p/>
        </p:txBody>
      </p:sp>
      <p:sp>
        <p:nvSpPr>
          <p:cNvPr id="17" name="Google Shape;17;p2"/>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8" name="Google Shape;18;p2"/>
          <p:cNvSpPr/>
          <p:nvPr/>
        </p:nvSpPr>
        <p:spPr>
          <a:xfrm>
            <a:off x="0" y="0"/>
            <a:ext cx="9144000" cy="5151383"/>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4000" u="none" cap="none" strike="noStrike">
              <a:solidFill>
                <a:schemeClr val="lt1"/>
              </a:solidFill>
              <a:latin typeface="Helvetica Neue"/>
              <a:ea typeface="Helvetica Neue"/>
              <a:cs typeface="Helvetica Neue"/>
              <a:sym typeface="Helvetica Neue"/>
            </a:endParaRPr>
          </a:p>
        </p:txBody>
      </p:sp>
      <p:sp>
        <p:nvSpPr>
          <p:cNvPr id="19" name="Google Shape;19;p2"/>
          <p:cNvSpPr txBox="1"/>
          <p:nvPr>
            <p:ph idx="1" type="body"/>
          </p:nvPr>
        </p:nvSpPr>
        <p:spPr>
          <a:xfrm>
            <a:off x="640080" y="4663376"/>
            <a:ext cx="1726178" cy="167097"/>
          </a:xfrm>
          <a:prstGeom prst="rect">
            <a:avLst/>
          </a:prstGeom>
          <a:noFill/>
          <a:ln>
            <a:noFill/>
          </a:ln>
        </p:spPr>
        <p:txBody>
          <a:bodyPr anchorCtr="0" anchor="b" bIns="0" lIns="9125" spcFirstLastPara="1" rIns="0" wrap="square" tIns="0">
            <a:spAutoFit/>
          </a:bodyPr>
          <a:lstStyle>
            <a:lvl1pPr indent="-228600" lvl="0" marL="457200" algn="l">
              <a:lnSpc>
                <a:spcPct val="90000"/>
              </a:lnSpc>
              <a:spcBef>
                <a:spcPts val="300"/>
              </a:spcBef>
              <a:spcAft>
                <a:spcPts val="0"/>
              </a:spcAft>
              <a:buClr>
                <a:srgbClr val="898989"/>
              </a:buClr>
              <a:buSzPts val="1200"/>
              <a:buFont typeface="Helvetica Neue"/>
              <a:buNone/>
              <a:defRPr b="0" i="0" sz="1200">
                <a:solidFill>
                  <a:srgbClr val="898989"/>
                </a:solidFill>
                <a:latin typeface="Helvetica Neue"/>
                <a:ea typeface="Helvetica Neue"/>
                <a:cs typeface="Helvetica Neue"/>
                <a:sym typeface="Helvetica Neue"/>
              </a:defRPr>
            </a:lvl1pPr>
            <a:lvl2pPr indent="-304800" lvl="1" marL="914400" algn="l">
              <a:lnSpc>
                <a:spcPct val="90000"/>
              </a:lnSpc>
              <a:spcBef>
                <a:spcPts val="375"/>
              </a:spcBef>
              <a:spcAft>
                <a:spcPts val="0"/>
              </a:spcAft>
              <a:buClr>
                <a:srgbClr val="58595B"/>
              </a:buClr>
              <a:buSzPts val="1200"/>
              <a:buChar char="•"/>
              <a:defRPr sz="1200"/>
            </a:lvl2pPr>
            <a:lvl3pPr indent="-304800" lvl="2" marL="1371600" algn="l">
              <a:lnSpc>
                <a:spcPct val="90000"/>
              </a:lnSpc>
              <a:spcBef>
                <a:spcPts val="375"/>
              </a:spcBef>
              <a:spcAft>
                <a:spcPts val="0"/>
              </a:spcAft>
              <a:buClr>
                <a:srgbClr val="58595B"/>
              </a:buClr>
              <a:buSzPts val="1200"/>
              <a:buChar char="•"/>
              <a:defRPr sz="1200"/>
            </a:lvl3pPr>
            <a:lvl4pPr indent="-304800" lvl="3" marL="1828800" algn="l">
              <a:lnSpc>
                <a:spcPct val="90000"/>
              </a:lnSpc>
              <a:spcBef>
                <a:spcPts val="375"/>
              </a:spcBef>
              <a:spcAft>
                <a:spcPts val="0"/>
              </a:spcAft>
              <a:buClr>
                <a:srgbClr val="58595B"/>
              </a:buClr>
              <a:buSzPts val="1200"/>
              <a:buChar char="•"/>
              <a:defRPr sz="1200"/>
            </a:lvl4pPr>
            <a:lvl5pPr indent="-304800" lvl="4" marL="2286000" algn="l">
              <a:lnSpc>
                <a:spcPct val="90000"/>
              </a:lnSpc>
              <a:spcBef>
                <a:spcPts val="375"/>
              </a:spcBef>
              <a:spcAft>
                <a:spcPts val="0"/>
              </a:spcAft>
              <a:buClr>
                <a:srgbClr val="58595B"/>
              </a:buClr>
              <a:buSzPts val="1200"/>
              <a:buChar char="•"/>
              <a:defRPr sz="1200"/>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0" name="Google Shape;20;p2"/>
          <p:cNvSpPr txBox="1"/>
          <p:nvPr>
            <p:ph idx="2" type="body"/>
          </p:nvPr>
        </p:nvSpPr>
        <p:spPr>
          <a:xfrm>
            <a:off x="640080" y="4480496"/>
            <a:ext cx="1188720" cy="167097"/>
          </a:xfrm>
          <a:prstGeom prst="rect">
            <a:avLst/>
          </a:prstGeom>
          <a:noFill/>
          <a:ln>
            <a:noFill/>
          </a:ln>
        </p:spPr>
        <p:txBody>
          <a:bodyPr anchorCtr="0" anchor="b" bIns="0" lIns="9125" spcFirstLastPara="1" rIns="0" wrap="square" tIns="0">
            <a:spAutoFit/>
          </a:bodyPr>
          <a:lstStyle>
            <a:lvl1pPr indent="-228600" lvl="0" marL="457200" algn="l">
              <a:lnSpc>
                <a:spcPct val="90000"/>
              </a:lnSpc>
              <a:spcBef>
                <a:spcPts val="300"/>
              </a:spcBef>
              <a:spcAft>
                <a:spcPts val="0"/>
              </a:spcAft>
              <a:buClr>
                <a:srgbClr val="898989"/>
              </a:buClr>
              <a:buSzPts val="1200"/>
              <a:buFont typeface="Helvetica Neue"/>
              <a:buNone/>
              <a:defRPr b="0" i="0" sz="1200">
                <a:solidFill>
                  <a:srgbClr val="898989"/>
                </a:solidFill>
                <a:latin typeface="Helvetica Neue"/>
                <a:ea typeface="Helvetica Neue"/>
                <a:cs typeface="Helvetica Neue"/>
                <a:sym typeface="Helvetica Neue"/>
              </a:defRPr>
            </a:lvl1pPr>
            <a:lvl2pPr indent="-304800" lvl="1" marL="914400" algn="l">
              <a:lnSpc>
                <a:spcPct val="90000"/>
              </a:lnSpc>
              <a:spcBef>
                <a:spcPts val="375"/>
              </a:spcBef>
              <a:spcAft>
                <a:spcPts val="0"/>
              </a:spcAft>
              <a:buClr>
                <a:srgbClr val="58595B"/>
              </a:buClr>
              <a:buSzPts val="1200"/>
              <a:buChar char="•"/>
              <a:defRPr sz="1200"/>
            </a:lvl2pPr>
            <a:lvl3pPr indent="-304800" lvl="2" marL="1371600" algn="l">
              <a:lnSpc>
                <a:spcPct val="90000"/>
              </a:lnSpc>
              <a:spcBef>
                <a:spcPts val="375"/>
              </a:spcBef>
              <a:spcAft>
                <a:spcPts val="0"/>
              </a:spcAft>
              <a:buClr>
                <a:srgbClr val="58595B"/>
              </a:buClr>
              <a:buSzPts val="1200"/>
              <a:buChar char="•"/>
              <a:defRPr sz="1200"/>
            </a:lvl3pPr>
            <a:lvl4pPr indent="-304800" lvl="3" marL="1828800" algn="l">
              <a:lnSpc>
                <a:spcPct val="90000"/>
              </a:lnSpc>
              <a:spcBef>
                <a:spcPts val="375"/>
              </a:spcBef>
              <a:spcAft>
                <a:spcPts val="0"/>
              </a:spcAft>
              <a:buClr>
                <a:srgbClr val="58595B"/>
              </a:buClr>
              <a:buSzPts val="1200"/>
              <a:buChar char="•"/>
              <a:defRPr sz="1200"/>
            </a:lvl4pPr>
            <a:lvl5pPr indent="-304800" lvl="4" marL="2286000" algn="l">
              <a:lnSpc>
                <a:spcPct val="90000"/>
              </a:lnSpc>
              <a:spcBef>
                <a:spcPts val="375"/>
              </a:spcBef>
              <a:spcAft>
                <a:spcPts val="0"/>
              </a:spcAft>
              <a:buClr>
                <a:srgbClr val="58595B"/>
              </a:buClr>
              <a:buSzPts val="1200"/>
              <a:buChar char="•"/>
              <a:defRPr sz="1200"/>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1" name="Google Shape;21;p2"/>
          <p:cNvSpPr/>
          <p:nvPr/>
        </p:nvSpPr>
        <p:spPr>
          <a:xfrm>
            <a:off x="640080" y="3017520"/>
            <a:ext cx="7772400" cy="36576"/>
          </a:xfrm>
          <a:prstGeom prst="rect">
            <a:avLst/>
          </a:prstGeom>
          <a:solidFill>
            <a:srgbClr val="2C75AC"/>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u="none" cap="none" strike="noStrike">
              <a:solidFill>
                <a:schemeClr val="lt1"/>
              </a:solidFill>
              <a:latin typeface="Helvetica Neue"/>
              <a:ea typeface="Helvetica Neue"/>
              <a:cs typeface="Helvetica Neue"/>
              <a:sym typeface="Helvetica Neue"/>
            </a:endParaRPr>
          </a:p>
        </p:txBody>
      </p:sp>
      <p:sp>
        <p:nvSpPr>
          <p:cNvPr id="22" name="Google Shape;22;p2"/>
          <p:cNvSpPr/>
          <p:nvPr/>
        </p:nvSpPr>
        <p:spPr>
          <a:xfrm>
            <a:off x="640080" y="1828800"/>
            <a:ext cx="7772400" cy="36576"/>
          </a:xfrm>
          <a:prstGeom prst="rect">
            <a:avLst/>
          </a:prstGeom>
          <a:solidFill>
            <a:srgbClr val="2C75AC"/>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u="none" cap="none" strike="noStrike">
              <a:solidFill>
                <a:schemeClr val="lt1"/>
              </a:solidFill>
              <a:latin typeface="Helvetica Neue"/>
              <a:ea typeface="Helvetica Neue"/>
              <a:cs typeface="Helvetica Neue"/>
              <a:sym typeface="Helvetica Neue"/>
            </a:endParaRPr>
          </a:p>
        </p:txBody>
      </p:sp>
      <p:sp>
        <p:nvSpPr>
          <p:cNvPr id="23" name="Google Shape;23;p2"/>
          <p:cNvSpPr/>
          <p:nvPr>
            <p:ph idx="3" type="pic"/>
          </p:nvPr>
        </p:nvSpPr>
        <p:spPr>
          <a:xfrm>
            <a:off x="647698" y="476251"/>
            <a:ext cx="5564638" cy="1031639"/>
          </a:xfrm>
          <a:prstGeom prst="rect">
            <a:avLst/>
          </a:prstGeom>
          <a:noFill/>
          <a:ln>
            <a:noFill/>
          </a:ln>
        </p:spPr>
      </p:sp>
      <p:sp>
        <p:nvSpPr>
          <p:cNvPr id="24" name="Google Shape;24;p2"/>
          <p:cNvSpPr txBox="1"/>
          <p:nvPr/>
        </p:nvSpPr>
        <p:spPr>
          <a:xfrm>
            <a:off x="6594764" y="304800"/>
            <a:ext cx="1427018" cy="13735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350">
              <a:solidFill>
                <a:schemeClr val="dk1"/>
              </a:solidFill>
              <a:latin typeface="Helvetica Neue"/>
              <a:ea typeface="Helvetica Neue"/>
              <a:cs typeface="Helvetica Neue"/>
              <a:sym typeface="Helvetica Neue"/>
            </a:endParaRPr>
          </a:p>
        </p:txBody>
      </p:sp>
      <p:sp>
        <p:nvSpPr>
          <p:cNvPr id="25" name="Google Shape;25;p2"/>
          <p:cNvSpPr txBox="1"/>
          <p:nvPr>
            <p:ph idx="4" type="body"/>
          </p:nvPr>
        </p:nvSpPr>
        <p:spPr>
          <a:xfrm>
            <a:off x="640080" y="1892808"/>
            <a:ext cx="7772400" cy="1102546"/>
          </a:xfrm>
          <a:prstGeom prst="rect">
            <a:avLst/>
          </a:prstGeom>
          <a:noFill/>
          <a:ln>
            <a:noFill/>
          </a:ln>
        </p:spPr>
        <p:txBody>
          <a:bodyPr anchorCtr="0" anchor="ctr" bIns="0" lIns="0" spcFirstLastPara="1" rIns="0" wrap="square" tIns="0">
            <a:spAutoFit/>
          </a:bodyPr>
          <a:lstStyle>
            <a:lvl1pPr indent="-228600" lvl="0" marL="457200" algn="l">
              <a:lnSpc>
                <a:spcPct val="90000"/>
              </a:lnSpc>
              <a:spcBef>
                <a:spcPts val="750"/>
              </a:spcBef>
              <a:spcAft>
                <a:spcPts val="0"/>
              </a:spcAft>
              <a:buClr>
                <a:srgbClr val="58595B"/>
              </a:buClr>
              <a:buSzPts val="3600"/>
              <a:buNone/>
              <a:defRPr b="1" sz="3600">
                <a:latin typeface="Helvetica Neue"/>
                <a:ea typeface="Helvetica Neue"/>
                <a:cs typeface="Helvetica Neue"/>
                <a:sym typeface="Helvetica Neue"/>
              </a:defRPr>
            </a:lvl1pPr>
            <a:lvl2pPr indent="-228600" lvl="1" marL="914400" algn="l">
              <a:lnSpc>
                <a:spcPct val="90000"/>
              </a:lnSpc>
              <a:spcBef>
                <a:spcPts val="375"/>
              </a:spcBef>
              <a:spcAft>
                <a:spcPts val="0"/>
              </a:spcAft>
              <a:buClr>
                <a:srgbClr val="58595B"/>
              </a:buClr>
              <a:buSzPts val="3600"/>
              <a:buFont typeface="Arial"/>
              <a:buNone/>
              <a:defRPr b="1" sz="3600">
                <a:latin typeface="Helvetica Neue"/>
                <a:ea typeface="Helvetica Neue"/>
                <a:cs typeface="Helvetica Neue"/>
                <a:sym typeface="Helvetica Neue"/>
              </a:defRPr>
            </a:lvl2pPr>
            <a:lvl3pPr indent="-228600" lvl="2" marL="13716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3pPr>
            <a:lvl4pPr indent="-228600" lvl="3" marL="18288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4pPr>
            <a:lvl5pPr indent="-228600" lvl="4" marL="22860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6" name="Google Shape;26;p2"/>
          <p:cNvSpPr txBox="1"/>
          <p:nvPr/>
        </p:nvSpPr>
        <p:spPr>
          <a:xfrm>
            <a:off x="6594764" y="304800"/>
            <a:ext cx="1427018" cy="13735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350">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orient="horz" pos="300">
          <p15:clr>
            <a:srgbClr val="FBAE40"/>
          </p15:clr>
        </p15:guide>
        <p15:guide id="2" orient="horz" pos="540">
          <p15:clr>
            <a:srgbClr val="FBAE40"/>
          </p15:clr>
        </p15:guide>
        <p15:guide id="3" pos="4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table">
  <p:cSld name="Header w/table">
    <p:spTree>
      <p:nvGrpSpPr>
        <p:cNvPr id="27" name="Shape 27"/>
        <p:cNvGrpSpPr/>
        <p:nvPr/>
      </p:nvGrpSpPr>
      <p:grpSpPr>
        <a:xfrm>
          <a:off x="0" y="0"/>
          <a:ext cx="0" cy="0"/>
          <a:chOff x="0" y="0"/>
          <a:chExt cx="0" cy="0"/>
        </a:xfrm>
      </p:grpSpPr>
      <p:sp>
        <p:nvSpPr>
          <p:cNvPr id="28" name="Google Shape;28;p3"/>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29" name="Google Shape;29;p3"/>
          <p:cNvSpPr txBox="1"/>
          <p:nvPr>
            <p:ph type="title"/>
          </p:nvPr>
        </p:nvSpPr>
        <p:spPr>
          <a:xfrm>
            <a:off x="640079" y="367401"/>
            <a:ext cx="7772400" cy="389979"/>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p:nvPr>
            <p:ph idx="2" type="tbl"/>
          </p:nvPr>
        </p:nvSpPr>
        <p:spPr>
          <a:xfrm>
            <a:off x="1097280" y="1188720"/>
            <a:ext cx="6400800" cy="3108960"/>
          </a:xfrm>
          <a:prstGeom prst="rect">
            <a:avLst/>
          </a:prstGeom>
          <a:solidFill>
            <a:srgbClr val="DBE7F5"/>
          </a:solidFill>
          <a:ln>
            <a:noFill/>
          </a:ln>
        </p:spPr>
        <p:txBody>
          <a:bodyPr anchorCtr="1" anchor="t" bIns="45700" lIns="91425" spcFirstLastPara="1" rIns="91425" wrap="square" tIns="45700">
            <a:noAutofit/>
          </a:bodyPr>
          <a:lstStyle>
            <a:lvl1pPr lvl="0" marR="0" rtl="0" algn="ctr">
              <a:spcBef>
                <a:spcPts val="0"/>
              </a:spcBef>
              <a:spcAft>
                <a:spcPts val="0"/>
              </a:spcAft>
              <a:buClr>
                <a:srgbClr val="898989"/>
              </a:buClr>
              <a:buSzPts val="1350"/>
              <a:buFont typeface="Helvetica Neue"/>
              <a:buNone/>
              <a:defRPr b="0" i="0" sz="1350" u="none" cap="none" strike="noStrike">
                <a:solidFill>
                  <a:srgbClr val="898989"/>
                </a:solidFill>
                <a:latin typeface="Helvetica Neue"/>
                <a:ea typeface="Helvetica Neue"/>
                <a:cs typeface="Helvetica Neue"/>
                <a:sym typeface="Helvetica Neue"/>
              </a:defRPr>
            </a:lvl1pPr>
            <a:lvl2pPr lvl="1"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2pPr>
            <a:lvl3pPr lvl="2"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3pPr>
            <a:lvl4pPr lvl="3"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4pPr>
            <a:lvl5pPr lvl="4"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5pPr>
            <a:lvl6pPr lvl="5"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6pPr>
            <a:lvl7pPr lvl="6"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7pPr>
            <a:lvl8pPr lvl="7"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8pPr>
            <a:lvl9pPr lvl="8"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9pPr>
          </a:lstStyle>
          <a:p/>
        </p:txBody>
      </p:sp>
      <p:sp>
        <p:nvSpPr>
          <p:cNvPr id="31" name="Google Shape;31;p3"/>
          <p:cNvSpPr txBox="1"/>
          <p:nvPr>
            <p:ph idx="1" type="body"/>
          </p:nvPr>
        </p:nvSpPr>
        <p:spPr>
          <a:xfrm>
            <a:off x="7739809" y="1188720"/>
            <a:ext cx="946991" cy="1354217"/>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FC28FC"/>
              </a:buClr>
              <a:buSzPts val="800"/>
              <a:buNone/>
              <a:defRPr b="0" sz="800">
                <a:solidFill>
                  <a:srgbClr val="FC28FC"/>
                </a:solidFill>
              </a:defRPr>
            </a:lvl1pPr>
            <a:lvl2pPr indent="-228600" lvl="1" marL="914400" algn="l">
              <a:lnSpc>
                <a:spcPct val="90000"/>
              </a:lnSpc>
              <a:spcBef>
                <a:spcPts val="375"/>
              </a:spcBef>
              <a:spcAft>
                <a:spcPts val="0"/>
              </a:spcAft>
              <a:buClr>
                <a:srgbClr val="FF0000"/>
              </a:buClr>
              <a:buSzPts val="1400"/>
              <a:buNone/>
              <a:defRPr>
                <a:solidFill>
                  <a:srgbClr val="FF0000"/>
                </a:solidFill>
              </a:defRPr>
            </a:lvl2pPr>
            <a:lvl3pPr indent="-228600" lvl="2" marL="1371600" algn="l">
              <a:lnSpc>
                <a:spcPct val="90000"/>
              </a:lnSpc>
              <a:spcBef>
                <a:spcPts val="375"/>
              </a:spcBef>
              <a:spcAft>
                <a:spcPts val="0"/>
              </a:spcAft>
              <a:buClr>
                <a:srgbClr val="FF0000"/>
              </a:buClr>
              <a:buSzPts val="1400"/>
              <a:buNone/>
              <a:defRPr>
                <a:solidFill>
                  <a:srgbClr val="FF0000"/>
                </a:solidFill>
              </a:defRPr>
            </a:lvl3pPr>
            <a:lvl4pPr indent="-228600" lvl="3" marL="1828800" algn="l">
              <a:lnSpc>
                <a:spcPct val="90000"/>
              </a:lnSpc>
              <a:spcBef>
                <a:spcPts val="375"/>
              </a:spcBef>
              <a:spcAft>
                <a:spcPts val="0"/>
              </a:spcAft>
              <a:buClr>
                <a:srgbClr val="FF0000"/>
              </a:buClr>
              <a:buSzPts val="1400"/>
              <a:buNone/>
              <a:defRPr>
                <a:solidFill>
                  <a:srgbClr val="FF0000"/>
                </a:solidFill>
              </a:defRPr>
            </a:lvl4pPr>
            <a:lvl5pPr indent="-228600" lvl="4" marL="2286000" algn="l">
              <a:lnSpc>
                <a:spcPct val="90000"/>
              </a:lnSpc>
              <a:spcBef>
                <a:spcPts val="375"/>
              </a:spcBef>
              <a:spcAft>
                <a:spcPts val="0"/>
              </a:spcAft>
              <a:buClr>
                <a:srgbClr val="FF0000"/>
              </a:buClr>
              <a:buSzPts val="1400"/>
              <a:buNone/>
              <a:defRPr>
                <a:solidFill>
                  <a:srgbClr val="FF0000"/>
                </a:solidFill>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p:cSld name="Section Divider">
    <p:spTree>
      <p:nvGrpSpPr>
        <p:cNvPr id="32" name="Shape 32"/>
        <p:cNvGrpSpPr/>
        <p:nvPr/>
      </p:nvGrpSpPr>
      <p:grpSpPr>
        <a:xfrm>
          <a:off x="0" y="0"/>
          <a:ext cx="0" cy="0"/>
          <a:chOff x="0" y="0"/>
          <a:chExt cx="0" cy="0"/>
        </a:xfrm>
      </p:grpSpPr>
      <p:sp>
        <p:nvSpPr>
          <p:cNvPr id="33" name="Google Shape;33;p4"/>
          <p:cNvSpPr/>
          <p:nvPr/>
        </p:nvSpPr>
        <p:spPr>
          <a:xfrm>
            <a:off x="0" y="0"/>
            <a:ext cx="9144000" cy="4572000"/>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4000">
              <a:solidFill>
                <a:schemeClr val="lt1"/>
              </a:solidFill>
              <a:latin typeface="Helvetica Neue"/>
              <a:ea typeface="Helvetica Neue"/>
              <a:cs typeface="Helvetica Neue"/>
              <a:sym typeface="Helvetica Neue"/>
            </a:endParaRPr>
          </a:p>
        </p:txBody>
      </p:sp>
      <p:sp>
        <p:nvSpPr>
          <p:cNvPr id="34" name="Google Shape;34;p4"/>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35" name="Google Shape;35;p4"/>
          <p:cNvSpPr txBox="1"/>
          <p:nvPr>
            <p:ph idx="1" type="body"/>
          </p:nvPr>
        </p:nvSpPr>
        <p:spPr>
          <a:xfrm>
            <a:off x="640079" y="2651760"/>
            <a:ext cx="7772400" cy="27432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750"/>
              </a:spcBef>
              <a:spcAft>
                <a:spcPts val="0"/>
              </a:spcAft>
              <a:buClr>
                <a:srgbClr val="58595B"/>
              </a:buClr>
              <a:buSzPts val="1600"/>
              <a:buFont typeface="Helvetica Neue"/>
              <a:buNone/>
              <a:defRPr b="1" i="0" sz="1600" cap="none">
                <a:latin typeface="Helvetica Neue"/>
                <a:ea typeface="Helvetica Neue"/>
                <a:cs typeface="Helvetica Neue"/>
                <a:sym typeface="Helvetica Neue"/>
              </a:defRPr>
            </a:lvl1pPr>
            <a:lvl2pPr indent="-228600" lvl="1" marL="914400" algn="l">
              <a:lnSpc>
                <a:spcPct val="90000"/>
              </a:lnSpc>
              <a:spcBef>
                <a:spcPts val="375"/>
              </a:spcBef>
              <a:spcAft>
                <a:spcPts val="0"/>
              </a:spcAft>
              <a:buClr>
                <a:srgbClr val="58595B"/>
              </a:buClr>
              <a:buSzPts val="1400"/>
              <a:buFont typeface="Helvetica Neue"/>
              <a:buNone/>
              <a:defRPr b="1"/>
            </a:lvl2pPr>
            <a:lvl3pPr indent="-228600" lvl="2" marL="1371600" algn="l">
              <a:lnSpc>
                <a:spcPct val="90000"/>
              </a:lnSpc>
              <a:spcBef>
                <a:spcPts val="375"/>
              </a:spcBef>
              <a:spcAft>
                <a:spcPts val="0"/>
              </a:spcAft>
              <a:buClr>
                <a:srgbClr val="58595B"/>
              </a:buClr>
              <a:buSzPts val="1400"/>
              <a:buFont typeface="Helvetica Neue"/>
              <a:buNone/>
              <a:defRPr b="1"/>
            </a:lvl3pPr>
            <a:lvl4pPr indent="-228600" lvl="3" marL="1828800" algn="l">
              <a:lnSpc>
                <a:spcPct val="90000"/>
              </a:lnSpc>
              <a:spcBef>
                <a:spcPts val="375"/>
              </a:spcBef>
              <a:spcAft>
                <a:spcPts val="0"/>
              </a:spcAft>
              <a:buClr>
                <a:srgbClr val="58595B"/>
              </a:buClr>
              <a:buSzPts val="1400"/>
              <a:buFont typeface="Helvetica Neue"/>
              <a:buNone/>
              <a:defRPr b="1"/>
            </a:lvl4pPr>
            <a:lvl5pPr indent="-228600" lvl="4" marL="2286000" algn="l">
              <a:lnSpc>
                <a:spcPct val="90000"/>
              </a:lnSpc>
              <a:spcBef>
                <a:spcPts val="375"/>
              </a:spcBef>
              <a:spcAft>
                <a:spcPts val="0"/>
              </a:spcAft>
              <a:buClr>
                <a:srgbClr val="58595B"/>
              </a:buClr>
              <a:buSzPts val="1400"/>
              <a:buFont typeface="Helvetica Neue"/>
              <a:buNone/>
              <a:defRPr b="1"/>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36" name="Google Shape;36;p4"/>
          <p:cNvSpPr/>
          <p:nvPr/>
        </p:nvSpPr>
        <p:spPr>
          <a:xfrm>
            <a:off x="640080" y="2468880"/>
            <a:ext cx="7772400" cy="36576"/>
          </a:xfrm>
          <a:prstGeom prst="rect">
            <a:avLst/>
          </a:prstGeom>
          <a:solidFill>
            <a:srgbClr val="2C75AC"/>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sp>
        <p:nvSpPr>
          <p:cNvPr id="37" name="Google Shape;37;p4"/>
          <p:cNvSpPr txBox="1"/>
          <p:nvPr>
            <p:ph idx="2" type="body"/>
          </p:nvPr>
        </p:nvSpPr>
        <p:spPr>
          <a:xfrm>
            <a:off x="640080" y="1897130"/>
            <a:ext cx="7772400" cy="498598"/>
          </a:xfrm>
          <a:prstGeom prst="rect">
            <a:avLst/>
          </a:prstGeom>
          <a:noFill/>
          <a:ln>
            <a:noFill/>
          </a:ln>
        </p:spPr>
        <p:txBody>
          <a:bodyPr anchorCtr="0" anchor="ctr" bIns="0" lIns="0" spcFirstLastPara="1" rIns="0" wrap="square" tIns="0">
            <a:spAutoFit/>
          </a:bodyPr>
          <a:lstStyle>
            <a:lvl1pPr indent="-228600" lvl="0" marL="457200" algn="l">
              <a:lnSpc>
                <a:spcPct val="90000"/>
              </a:lnSpc>
              <a:spcBef>
                <a:spcPts val="750"/>
              </a:spcBef>
              <a:spcAft>
                <a:spcPts val="0"/>
              </a:spcAft>
              <a:buClr>
                <a:srgbClr val="58595B"/>
              </a:buClr>
              <a:buSzPts val="3600"/>
              <a:buNone/>
              <a:defRPr b="1" sz="3600">
                <a:latin typeface="Helvetica Neue"/>
                <a:ea typeface="Helvetica Neue"/>
                <a:cs typeface="Helvetica Neue"/>
                <a:sym typeface="Helvetica Neue"/>
              </a:defRPr>
            </a:lvl1pPr>
            <a:lvl2pPr indent="-228600" lvl="1" marL="914400" algn="l">
              <a:lnSpc>
                <a:spcPct val="90000"/>
              </a:lnSpc>
              <a:spcBef>
                <a:spcPts val="375"/>
              </a:spcBef>
              <a:spcAft>
                <a:spcPts val="0"/>
              </a:spcAft>
              <a:buClr>
                <a:srgbClr val="58595B"/>
              </a:buClr>
              <a:buSzPts val="3600"/>
              <a:buFont typeface="Arial"/>
              <a:buNone/>
              <a:defRPr b="1" sz="3600">
                <a:latin typeface="Helvetica Neue"/>
                <a:ea typeface="Helvetica Neue"/>
                <a:cs typeface="Helvetica Neue"/>
                <a:sym typeface="Helvetica Neue"/>
              </a:defRPr>
            </a:lvl2pPr>
            <a:lvl3pPr indent="-228600" lvl="2" marL="13716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3pPr>
            <a:lvl4pPr indent="-228600" lvl="3" marL="18288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4pPr>
            <a:lvl5pPr indent="-228600" lvl="4" marL="22860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38" name="Shape 38"/>
        <p:cNvGrpSpPr/>
        <p:nvPr/>
      </p:nvGrpSpPr>
      <p:grpSpPr>
        <a:xfrm>
          <a:off x="0" y="0"/>
          <a:ext cx="0" cy="0"/>
          <a:chOff x="0" y="0"/>
          <a:chExt cx="0" cy="0"/>
        </a:xfrm>
      </p:grpSpPr>
      <p:sp>
        <p:nvSpPr>
          <p:cNvPr id="39" name="Google Shape;39;p5"/>
          <p:cNvSpPr/>
          <p:nvPr/>
        </p:nvSpPr>
        <p:spPr>
          <a:xfrm>
            <a:off x="0" y="0"/>
            <a:ext cx="9144000" cy="4572000"/>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4000">
              <a:solidFill>
                <a:schemeClr val="lt1"/>
              </a:solidFill>
              <a:latin typeface="Helvetica Neue"/>
              <a:ea typeface="Helvetica Neue"/>
              <a:cs typeface="Helvetica Neue"/>
              <a:sym typeface="Helvetica Neue"/>
            </a:endParaRPr>
          </a:p>
        </p:txBody>
      </p:sp>
      <p:sp>
        <p:nvSpPr>
          <p:cNvPr id="40" name="Google Shape;40;p5"/>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41" name="Google Shape;41;p5"/>
          <p:cNvSpPr txBox="1"/>
          <p:nvPr/>
        </p:nvSpPr>
        <p:spPr>
          <a:xfrm>
            <a:off x="640080" y="1874520"/>
            <a:ext cx="7772400" cy="553998"/>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i="0" lang="en-US" sz="3600">
                <a:solidFill>
                  <a:srgbClr val="58595B"/>
                </a:solidFill>
                <a:latin typeface="Helvetica Neue"/>
                <a:ea typeface="Helvetica Neue"/>
                <a:cs typeface="Helvetica Neue"/>
                <a:sym typeface="Helvetica Neue"/>
              </a:rPr>
              <a:t>Q&amp;A</a:t>
            </a:r>
            <a:endParaRPr b="1" i="0" sz="3600">
              <a:solidFill>
                <a:srgbClr val="58595B"/>
              </a:solidFill>
              <a:latin typeface="Helvetica Neue"/>
              <a:ea typeface="Helvetica Neue"/>
              <a:cs typeface="Helvetica Neue"/>
              <a:sym typeface="Helvetica Neue"/>
            </a:endParaRPr>
          </a:p>
        </p:txBody>
      </p:sp>
      <p:sp>
        <p:nvSpPr>
          <p:cNvPr id="42" name="Google Shape;42;p5"/>
          <p:cNvSpPr/>
          <p:nvPr/>
        </p:nvSpPr>
        <p:spPr>
          <a:xfrm>
            <a:off x="640080" y="2468880"/>
            <a:ext cx="7772400" cy="36576"/>
          </a:xfrm>
          <a:prstGeom prst="rect">
            <a:avLst/>
          </a:prstGeom>
          <a:solidFill>
            <a:srgbClr val="2C75AC"/>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copy">
  <p:cSld name="Header w/copy">
    <p:spTree>
      <p:nvGrpSpPr>
        <p:cNvPr id="43" name="Shape 43"/>
        <p:cNvGrpSpPr/>
        <p:nvPr/>
      </p:nvGrpSpPr>
      <p:grpSpPr>
        <a:xfrm>
          <a:off x="0" y="0"/>
          <a:ext cx="0" cy="0"/>
          <a:chOff x="0" y="0"/>
          <a:chExt cx="0" cy="0"/>
        </a:xfrm>
      </p:grpSpPr>
      <p:sp>
        <p:nvSpPr>
          <p:cNvPr id="44" name="Google Shape;44;p6"/>
          <p:cNvSpPr txBox="1"/>
          <p:nvPr>
            <p:ph idx="1" type="body"/>
          </p:nvPr>
        </p:nvSpPr>
        <p:spPr>
          <a:xfrm>
            <a:off x="1097280" y="1554480"/>
            <a:ext cx="6858000" cy="582788"/>
          </a:xfrm>
          <a:prstGeom prst="rect">
            <a:avLst/>
          </a:prstGeom>
          <a:noFill/>
          <a:ln>
            <a:noFill/>
          </a:ln>
        </p:spPr>
        <p:txBody>
          <a:bodyPr anchorCtr="0" anchor="t" bIns="0" lIns="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45" name="Google Shape;45;p6"/>
          <p:cNvSpPr txBox="1"/>
          <p:nvPr>
            <p:ph idx="2" type="body"/>
          </p:nvPr>
        </p:nvSpPr>
        <p:spPr>
          <a:xfrm>
            <a:off x="1097280" y="1188720"/>
            <a:ext cx="6858000"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46" name="Google Shape;46;p6"/>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47" name="Google Shape;47;p6"/>
          <p:cNvSpPr txBox="1"/>
          <p:nvPr>
            <p:ph type="title"/>
          </p:nvPr>
        </p:nvSpPr>
        <p:spPr>
          <a:xfrm>
            <a:off x="640077" y="367401"/>
            <a:ext cx="7772400" cy="389979"/>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bullets">
  <p:cSld name="Header w/bullets">
    <p:spTree>
      <p:nvGrpSpPr>
        <p:cNvPr id="48" name="Shape 48"/>
        <p:cNvGrpSpPr/>
        <p:nvPr/>
      </p:nvGrpSpPr>
      <p:grpSpPr>
        <a:xfrm>
          <a:off x="0" y="0"/>
          <a:ext cx="0" cy="0"/>
          <a:chOff x="0" y="0"/>
          <a:chExt cx="0" cy="0"/>
        </a:xfrm>
      </p:grpSpPr>
      <p:sp>
        <p:nvSpPr>
          <p:cNvPr id="49" name="Google Shape;49;p7"/>
          <p:cNvSpPr txBox="1"/>
          <p:nvPr>
            <p:ph idx="1" type="body"/>
          </p:nvPr>
        </p:nvSpPr>
        <p:spPr>
          <a:xfrm>
            <a:off x="1097280" y="1554480"/>
            <a:ext cx="6858000" cy="582788"/>
          </a:xfrm>
          <a:prstGeom prst="rect">
            <a:avLst/>
          </a:prstGeom>
          <a:noFill/>
          <a:ln>
            <a:noFill/>
          </a:ln>
        </p:spPr>
        <p:txBody>
          <a:bodyPr anchorCtr="0" anchor="t" bIns="0" lIns="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50" name="Google Shape;50;p7"/>
          <p:cNvSpPr txBox="1"/>
          <p:nvPr>
            <p:ph idx="2" type="body"/>
          </p:nvPr>
        </p:nvSpPr>
        <p:spPr>
          <a:xfrm>
            <a:off x="1097280" y="1188720"/>
            <a:ext cx="6858000"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51" name="Google Shape;51;p7"/>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52" name="Google Shape;52;p7"/>
          <p:cNvSpPr txBox="1"/>
          <p:nvPr>
            <p:ph type="title"/>
          </p:nvPr>
        </p:nvSpPr>
        <p:spPr>
          <a:xfrm>
            <a:off x="640079" y="367401"/>
            <a:ext cx="7772400" cy="389979"/>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3" type="body"/>
          </p:nvPr>
        </p:nvSpPr>
        <p:spPr>
          <a:xfrm>
            <a:off x="1097281" y="2286000"/>
            <a:ext cx="6858000" cy="388889"/>
          </a:xfrm>
          <a:prstGeom prst="rect">
            <a:avLst/>
          </a:prstGeom>
          <a:noFill/>
          <a:ln>
            <a:noFill/>
          </a:ln>
        </p:spPr>
        <p:txBody>
          <a:bodyPr anchorCtr="0" anchor="t" bIns="0" lIns="365750" spcFirstLastPara="1" rIns="0" wrap="square" tIns="0">
            <a:spAutoFit/>
          </a:bodyPr>
          <a:lstStyle>
            <a:lvl1pPr indent="-317500" lvl="0" marL="457200" algn="l">
              <a:lnSpc>
                <a:spcPct val="90000"/>
              </a:lnSpc>
              <a:spcBef>
                <a:spcPts val="750"/>
              </a:spcBef>
              <a:spcAft>
                <a:spcPts val="0"/>
              </a:spcAft>
              <a:buClr>
                <a:srgbClr val="58595B"/>
              </a:buClr>
              <a:buSzPts val="1400"/>
              <a:buChar char="•"/>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two columns">
  <p:cSld name="Header w/two columns">
    <p:spTree>
      <p:nvGrpSpPr>
        <p:cNvPr id="54" name="Shape 54"/>
        <p:cNvGrpSpPr/>
        <p:nvPr/>
      </p:nvGrpSpPr>
      <p:grpSpPr>
        <a:xfrm>
          <a:off x="0" y="0"/>
          <a:ext cx="0" cy="0"/>
          <a:chOff x="0" y="0"/>
          <a:chExt cx="0" cy="0"/>
        </a:xfrm>
      </p:grpSpPr>
      <p:sp>
        <p:nvSpPr>
          <p:cNvPr id="55" name="Google Shape;55;p8"/>
          <p:cNvSpPr txBox="1"/>
          <p:nvPr>
            <p:ph idx="1" type="body"/>
          </p:nvPr>
        </p:nvSpPr>
        <p:spPr>
          <a:xfrm>
            <a:off x="1097280" y="1554480"/>
            <a:ext cx="3383280" cy="1205209"/>
          </a:xfrm>
          <a:prstGeom prst="rect">
            <a:avLst/>
          </a:prstGeom>
          <a:noFill/>
          <a:ln>
            <a:noFill/>
          </a:ln>
        </p:spPr>
        <p:txBody>
          <a:bodyPr anchorCtr="0" anchor="t" bIns="0" lIns="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56" name="Google Shape;56;p8"/>
          <p:cNvSpPr txBox="1"/>
          <p:nvPr>
            <p:ph idx="2" type="body"/>
          </p:nvPr>
        </p:nvSpPr>
        <p:spPr>
          <a:xfrm>
            <a:off x="1097280" y="1188720"/>
            <a:ext cx="3383280"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57" name="Google Shape;57;p8"/>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58" name="Google Shape;58;p8"/>
          <p:cNvSpPr txBox="1"/>
          <p:nvPr>
            <p:ph idx="3" type="body"/>
          </p:nvPr>
        </p:nvSpPr>
        <p:spPr>
          <a:xfrm>
            <a:off x="5029200" y="1554480"/>
            <a:ext cx="3383280" cy="1205209"/>
          </a:xfrm>
          <a:prstGeom prst="rect">
            <a:avLst/>
          </a:prstGeom>
          <a:noFill/>
          <a:ln>
            <a:noFill/>
          </a:ln>
        </p:spPr>
        <p:txBody>
          <a:bodyPr anchorCtr="0" anchor="t" bIns="0" lIns="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59" name="Google Shape;59;p8"/>
          <p:cNvSpPr txBox="1"/>
          <p:nvPr>
            <p:ph idx="4" type="body"/>
          </p:nvPr>
        </p:nvSpPr>
        <p:spPr>
          <a:xfrm>
            <a:off x="5029200" y="1188720"/>
            <a:ext cx="3383280"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60" name="Google Shape;60;p8"/>
          <p:cNvSpPr txBox="1"/>
          <p:nvPr>
            <p:ph type="title"/>
          </p:nvPr>
        </p:nvSpPr>
        <p:spPr>
          <a:xfrm>
            <a:off x="640079" y="367401"/>
            <a:ext cx="7772400" cy="389979"/>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2880">
          <p15:clr>
            <a:srgbClr val="FBAE40"/>
          </p15:clr>
        </p15:guide>
        <p15:guide id="2" pos="30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one image on Left">
  <p:cSld name="Header w/one image on Left">
    <p:spTree>
      <p:nvGrpSpPr>
        <p:cNvPr id="61" name="Shape 61"/>
        <p:cNvGrpSpPr/>
        <p:nvPr/>
      </p:nvGrpSpPr>
      <p:grpSpPr>
        <a:xfrm>
          <a:off x="0" y="0"/>
          <a:ext cx="0" cy="0"/>
          <a:chOff x="0" y="0"/>
          <a:chExt cx="0" cy="0"/>
        </a:xfrm>
      </p:grpSpPr>
      <p:sp>
        <p:nvSpPr>
          <p:cNvPr id="62" name="Google Shape;62;p9"/>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63" name="Google Shape;63;p9"/>
          <p:cNvSpPr txBox="1"/>
          <p:nvPr>
            <p:ph idx="1" type="body"/>
          </p:nvPr>
        </p:nvSpPr>
        <p:spPr>
          <a:xfrm>
            <a:off x="4572000" y="1554480"/>
            <a:ext cx="3840478" cy="1205209"/>
          </a:xfrm>
          <a:prstGeom prst="rect">
            <a:avLst/>
          </a:prstGeom>
          <a:noFill/>
          <a:ln>
            <a:noFill/>
          </a:ln>
        </p:spPr>
        <p:txBody>
          <a:bodyPr anchorCtr="0" anchor="t" bIns="0" lIns="36575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64" name="Google Shape;64;p9"/>
          <p:cNvSpPr txBox="1"/>
          <p:nvPr>
            <p:ph idx="2" type="body"/>
          </p:nvPr>
        </p:nvSpPr>
        <p:spPr>
          <a:xfrm>
            <a:off x="4571999" y="1188720"/>
            <a:ext cx="3840479" cy="215444"/>
          </a:xfrm>
          <a:prstGeom prst="rect">
            <a:avLst/>
          </a:prstGeom>
          <a:noFill/>
          <a:ln>
            <a:noFill/>
          </a:ln>
        </p:spPr>
        <p:txBody>
          <a:bodyPr anchorCtr="0" anchor="t" bIns="0" lIns="36575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65" name="Google Shape;65;p9"/>
          <p:cNvSpPr/>
          <p:nvPr>
            <p:ph idx="3" type="pic"/>
          </p:nvPr>
        </p:nvSpPr>
        <p:spPr>
          <a:xfrm>
            <a:off x="640080" y="1188720"/>
            <a:ext cx="3931920" cy="3291840"/>
          </a:xfrm>
          <a:prstGeom prst="rect">
            <a:avLst/>
          </a:prstGeom>
          <a:solidFill>
            <a:srgbClr val="DBE7F5"/>
          </a:solidFill>
          <a:ln>
            <a:noFill/>
          </a:ln>
        </p:spPr>
      </p:sp>
      <p:sp>
        <p:nvSpPr>
          <p:cNvPr id="66" name="Google Shape;66;p9"/>
          <p:cNvSpPr txBox="1"/>
          <p:nvPr>
            <p:ph type="title"/>
          </p:nvPr>
        </p:nvSpPr>
        <p:spPr>
          <a:xfrm>
            <a:off x="640079" y="367401"/>
            <a:ext cx="7772400" cy="389979"/>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2880">
          <p15:clr>
            <a:srgbClr val="FBAE40"/>
          </p15:clr>
        </p15:guide>
        <p15:guide id="2" pos="31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one image on Right">
  <p:cSld name="Header w/one image on Right">
    <p:spTree>
      <p:nvGrpSpPr>
        <p:cNvPr id="67" name="Shape 67"/>
        <p:cNvGrpSpPr/>
        <p:nvPr/>
      </p:nvGrpSpPr>
      <p:grpSpPr>
        <a:xfrm>
          <a:off x="0" y="0"/>
          <a:ext cx="0" cy="0"/>
          <a:chOff x="0" y="0"/>
          <a:chExt cx="0" cy="0"/>
        </a:xfrm>
      </p:grpSpPr>
      <p:sp>
        <p:nvSpPr>
          <p:cNvPr id="68" name="Google Shape;68;p10"/>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69" name="Google Shape;69;p10"/>
          <p:cNvSpPr txBox="1"/>
          <p:nvPr>
            <p:ph idx="1" type="body"/>
          </p:nvPr>
        </p:nvSpPr>
        <p:spPr>
          <a:xfrm>
            <a:off x="640079" y="1554480"/>
            <a:ext cx="3840480" cy="1205209"/>
          </a:xfrm>
          <a:prstGeom prst="rect">
            <a:avLst/>
          </a:prstGeom>
          <a:noFill/>
          <a:ln>
            <a:noFill/>
          </a:ln>
        </p:spPr>
        <p:txBody>
          <a:bodyPr anchorCtr="0" anchor="t" bIns="0" lIns="0" spcFirstLastPara="1" rIns="36575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70" name="Google Shape;70;p10"/>
          <p:cNvSpPr txBox="1"/>
          <p:nvPr>
            <p:ph idx="2" type="body"/>
          </p:nvPr>
        </p:nvSpPr>
        <p:spPr>
          <a:xfrm>
            <a:off x="640080" y="1188720"/>
            <a:ext cx="3840479" cy="219456"/>
          </a:xfrm>
          <a:prstGeom prst="rect">
            <a:avLst/>
          </a:prstGeom>
          <a:noFill/>
          <a:ln>
            <a:noFill/>
          </a:ln>
        </p:spPr>
        <p:txBody>
          <a:bodyPr anchorCtr="0" anchor="t" bIns="0" lIns="0" spcFirstLastPara="1" rIns="36575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71" name="Google Shape;71;p10"/>
          <p:cNvSpPr/>
          <p:nvPr>
            <p:ph idx="3" type="pic"/>
          </p:nvPr>
        </p:nvSpPr>
        <p:spPr>
          <a:xfrm>
            <a:off x="4480559" y="1188720"/>
            <a:ext cx="3931920" cy="3291840"/>
          </a:xfrm>
          <a:prstGeom prst="rect">
            <a:avLst/>
          </a:prstGeom>
          <a:solidFill>
            <a:srgbClr val="DBE7F5"/>
          </a:solidFill>
          <a:ln>
            <a:noFill/>
          </a:ln>
        </p:spPr>
      </p:sp>
      <p:sp>
        <p:nvSpPr>
          <p:cNvPr id="72" name="Google Shape;72;p10"/>
          <p:cNvSpPr txBox="1"/>
          <p:nvPr>
            <p:ph type="title"/>
          </p:nvPr>
        </p:nvSpPr>
        <p:spPr>
          <a:xfrm>
            <a:off x="640079" y="367401"/>
            <a:ext cx="7772400" cy="389979"/>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two images">
  <p:cSld name="Header w/two images">
    <p:spTree>
      <p:nvGrpSpPr>
        <p:cNvPr id="73" name="Shape 73"/>
        <p:cNvGrpSpPr/>
        <p:nvPr/>
      </p:nvGrpSpPr>
      <p:grpSpPr>
        <a:xfrm>
          <a:off x="0" y="0"/>
          <a:ext cx="0" cy="0"/>
          <a:chOff x="0" y="0"/>
          <a:chExt cx="0" cy="0"/>
        </a:xfrm>
      </p:grpSpPr>
      <p:sp>
        <p:nvSpPr>
          <p:cNvPr id="74" name="Google Shape;74;p11"/>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75" name="Google Shape;75;p11"/>
          <p:cNvSpPr/>
          <p:nvPr>
            <p:ph idx="2" type="pic"/>
          </p:nvPr>
        </p:nvSpPr>
        <p:spPr>
          <a:xfrm>
            <a:off x="639952" y="1188720"/>
            <a:ext cx="3749039" cy="2057400"/>
          </a:xfrm>
          <a:prstGeom prst="rect">
            <a:avLst/>
          </a:prstGeom>
          <a:solidFill>
            <a:srgbClr val="DBE7F5"/>
          </a:solidFill>
          <a:ln>
            <a:noFill/>
          </a:ln>
        </p:spPr>
      </p:sp>
      <p:sp>
        <p:nvSpPr>
          <p:cNvPr id="76" name="Google Shape;76;p11"/>
          <p:cNvSpPr txBox="1"/>
          <p:nvPr>
            <p:ph idx="1" type="body"/>
          </p:nvPr>
        </p:nvSpPr>
        <p:spPr>
          <a:xfrm>
            <a:off x="640080" y="3291840"/>
            <a:ext cx="3749039" cy="82296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77" name="Google Shape;77;p11"/>
          <p:cNvSpPr txBox="1"/>
          <p:nvPr>
            <p:ph type="title"/>
          </p:nvPr>
        </p:nvSpPr>
        <p:spPr>
          <a:xfrm>
            <a:off x="640079" y="367401"/>
            <a:ext cx="7772400" cy="389979"/>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1"/>
          <p:cNvSpPr/>
          <p:nvPr>
            <p:ph idx="3" type="pic"/>
          </p:nvPr>
        </p:nvSpPr>
        <p:spPr>
          <a:xfrm>
            <a:off x="4663440" y="1188720"/>
            <a:ext cx="3749039" cy="2057400"/>
          </a:xfrm>
          <a:prstGeom prst="rect">
            <a:avLst/>
          </a:prstGeom>
          <a:solidFill>
            <a:srgbClr val="DBE7F5"/>
          </a:solidFill>
          <a:ln>
            <a:noFill/>
          </a:ln>
        </p:spPr>
      </p:sp>
      <p:sp>
        <p:nvSpPr>
          <p:cNvPr id="79" name="Google Shape;79;p11"/>
          <p:cNvSpPr txBox="1"/>
          <p:nvPr>
            <p:ph idx="4" type="body"/>
          </p:nvPr>
        </p:nvSpPr>
        <p:spPr>
          <a:xfrm>
            <a:off x="4663440" y="3291840"/>
            <a:ext cx="3749039" cy="82296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header w/two captioned images captions">
  <p:cSld name="Small header w/two captioned images captions">
    <p:spTree>
      <p:nvGrpSpPr>
        <p:cNvPr id="80" name="Shape 80"/>
        <p:cNvGrpSpPr/>
        <p:nvPr/>
      </p:nvGrpSpPr>
      <p:grpSpPr>
        <a:xfrm>
          <a:off x="0" y="0"/>
          <a:ext cx="0" cy="0"/>
          <a:chOff x="0" y="0"/>
          <a:chExt cx="0" cy="0"/>
        </a:xfrm>
      </p:grpSpPr>
      <p:sp>
        <p:nvSpPr>
          <p:cNvPr id="81" name="Google Shape;81;p12"/>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82" name="Google Shape;82;p12"/>
          <p:cNvSpPr/>
          <p:nvPr/>
        </p:nvSpPr>
        <p:spPr>
          <a:xfrm>
            <a:off x="0" y="0"/>
            <a:ext cx="9144000" cy="116892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Helvetica Neue"/>
              <a:ea typeface="Helvetica Neue"/>
              <a:cs typeface="Helvetica Neue"/>
              <a:sym typeface="Helvetica Neue"/>
            </a:endParaRPr>
          </a:p>
        </p:txBody>
      </p:sp>
      <p:sp>
        <p:nvSpPr>
          <p:cNvPr id="83" name="Google Shape;83;p12"/>
          <p:cNvSpPr txBox="1"/>
          <p:nvPr/>
        </p:nvSpPr>
        <p:spPr>
          <a:xfrm>
            <a:off x="640079" y="365760"/>
            <a:ext cx="7772400" cy="27432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58595B"/>
              </a:buClr>
              <a:buSzPts val="1800"/>
              <a:buFont typeface="Helvetica Neue"/>
              <a:buNone/>
            </a:pPr>
            <a:r>
              <a:rPr b="1" i="0" lang="en-US" sz="1800">
                <a:solidFill>
                  <a:srgbClr val="58595B"/>
                </a:solidFill>
                <a:latin typeface="Helvetica Neue"/>
                <a:ea typeface="Helvetica Neue"/>
                <a:cs typeface="Helvetica Neue"/>
                <a:sym typeface="Helvetica Neue"/>
              </a:rPr>
              <a:t>Small Header w/two captioned images</a:t>
            </a:r>
            <a:endParaRPr/>
          </a:p>
        </p:txBody>
      </p:sp>
      <p:sp>
        <p:nvSpPr>
          <p:cNvPr id="84" name="Google Shape;84;p12"/>
          <p:cNvSpPr/>
          <p:nvPr/>
        </p:nvSpPr>
        <p:spPr>
          <a:xfrm>
            <a:off x="640080" y="673649"/>
            <a:ext cx="7772400" cy="36576"/>
          </a:xfrm>
          <a:prstGeom prst="rect">
            <a:avLst/>
          </a:prstGeom>
          <a:solidFill>
            <a:srgbClr val="2774AE"/>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sp>
        <p:nvSpPr>
          <p:cNvPr id="85" name="Google Shape;85;p12"/>
          <p:cNvSpPr txBox="1"/>
          <p:nvPr>
            <p:ph idx="1" type="body"/>
          </p:nvPr>
        </p:nvSpPr>
        <p:spPr>
          <a:xfrm>
            <a:off x="639950" y="4114800"/>
            <a:ext cx="3749039" cy="134139"/>
          </a:xfrm>
          <a:prstGeom prst="rect">
            <a:avLst/>
          </a:prstGeom>
          <a:noFill/>
          <a:ln>
            <a:noFill/>
          </a:ln>
        </p:spPr>
        <p:txBody>
          <a:bodyPr anchorCtr="0" anchor="t" bIns="0" lIns="0" spcFirstLastPara="1" rIns="0" wrap="square" tIns="0">
            <a:spAutoFit/>
          </a:bodyPr>
          <a:lstStyle>
            <a:lvl1pPr indent="-228600" lvl="0" marL="457200" algn="l">
              <a:lnSpc>
                <a:spcPct val="137500"/>
              </a:lnSpc>
              <a:spcBef>
                <a:spcPts val="750"/>
              </a:spcBef>
              <a:spcAft>
                <a:spcPts val="0"/>
              </a:spcAft>
              <a:buClr>
                <a:srgbClr val="58595B"/>
              </a:buClr>
              <a:buSzPts val="800"/>
              <a:buNone/>
              <a:defRPr sz="800">
                <a:latin typeface="Helvetica Neue"/>
                <a:ea typeface="Helvetica Neue"/>
                <a:cs typeface="Helvetica Neue"/>
                <a:sym typeface="Helvetica Neue"/>
              </a:defRPr>
            </a:lvl1pPr>
            <a:lvl2pPr indent="-279400" lvl="1" marL="9144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2pPr>
            <a:lvl3pPr indent="-279400" lvl="2" marL="13716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3pPr>
            <a:lvl4pPr indent="-279400" lvl="3" marL="18288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4pPr>
            <a:lvl5pPr indent="-279400" lvl="4" marL="22860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86" name="Google Shape;86;p12"/>
          <p:cNvSpPr/>
          <p:nvPr/>
        </p:nvSpPr>
        <p:spPr>
          <a:xfrm>
            <a:off x="0" y="0"/>
            <a:ext cx="9144000" cy="116892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Helvetica Neue"/>
              <a:ea typeface="Helvetica Neue"/>
              <a:cs typeface="Helvetica Neue"/>
              <a:sym typeface="Helvetica Neue"/>
            </a:endParaRPr>
          </a:p>
        </p:txBody>
      </p:sp>
      <p:sp>
        <p:nvSpPr>
          <p:cNvPr id="87" name="Google Shape;87;p12"/>
          <p:cNvSpPr txBox="1"/>
          <p:nvPr/>
        </p:nvSpPr>
        <p:spPr>
          <a:xfrm>
            <a:off x="640079" y="365760"/>
            <a:ext cx="7772400" cy="27432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58595B"/>
              </a:buClr>
              <a:buSzPts val="1800"/>
              <a:buFont typeface="Helvetica Neue"/>
              <a:buNone/>
            </a:pPr>
            <a:r>
              <a:rPr b="1" i="0" lang="en-US" sz="1800">
                <a:solidFill>
                  <a:srgbClr val="58595B"/>
                </a:solidFill>
                <a:latin typeface="Helvetica Neue"/>
                <a:ea typeface="Helvetica Neue"/>
                <a:cs typeface="Helvetica Neue"/>
                <a:sym typeface="Helvetica Neue"/>
              </a:rPr>
              <a:t>Small Header w/two captioned images</a:t>
            </a:r>
            <a:endParaRPr/>
          </a:p>
        </p:txBody>
      </p:sp>
      <p:sp>
        <p:nvSpPr>
          <p:cNvPr id="88" name="Google Shape;88;p12"/>
          <p:cNvSpPr/>
          <p:nvPr/>
        </p:nvSpPr>
        <p:spPr>
          <a:xfrm>
            <a:off x="640080" y="673649"/>
            <a:ext cx="7772400" cy="36576"/>
          </a:xfrm>
          <a:prstGeom prst="rect">
            <a:avLst/>
          </a:prstGeom>
          <a:solidFill>
            <a:srgbClr val="2774AE"/>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sp>
        <p:nvSpPr>
          <p:cNvPr id="89" name="Google Shape;89;p12"/>
          <p:cNvSpPr/>
          <p:nvPr>
            <p:ph idx="2" type="pic"/>
          </p:nvPr>
        </p:nvSpPr>
        <p:spPr>
          <a:xfrm>
            <a:off x="639951" y="1038977"/>
            <a:ext cx="3749039" cy="3017520"/>
          </a:xfrm>
          <a:prstGeom prst="rect">
            <a:avLst/>
          </a:prstGeom>
          <a:solidFill>
            <a:srgbClr val="DBE7F5"/>
          </a:solidFill>
          <a:ln>
            <a:noFill/>
          </a:ln>
        </p:spPr>
      </p:sp>
      <p:sp>
        <p:nvSpPr>
          <p:cNvPr id="90" name="Google Shape;90;p12"/>
          <p:cNvSpPr txBox="1"/>
          <p:nvPr>
            <p:ph idx="3" type="body"/>
          </p:nvPr>
        </p:nvSpPr>
        <p:spPr>
          <a:xfrm>
            <a:off x="4663439" y="4114800"/>
            <a:ext cx="3749039" cy="134139"/>
          </a:xfrm>
          <a:prstGeom prst="rect">
            <a:avLst/>
          </a:prstGeom>
          <a:noFill/>
          <a:ln>
            <a:noFill/>
          </a:ln>
        </p:spPr>
        <p:txBody>
          <a:bodyPr anchorCtr="0" anchor="t" bIns="0" lIns="0" spcFirstLastPara="1" rIns="0" wrap="square" tIns="0">
            <a:spAutoFit/>
          </a:bodyPr>
          <a:lstStyle>
            <a:lvl1pPr indent="-228600" lvl="0" marL="457200" algn="l">
              <a:lnSpc>
                <a:spcPct val="137500"/>
              </a:lnSpc>
              <a:spcBef>
                <a:spcPts val="750"/>
              </a:spcBef>
              <a:spcAft>
                <a:spcPts val="0"/>
              </a:spcAft>
              <a:buClr>
                <a:srgbClr val="58595B"/>
              </a:buClr>
              <a:buSzPts val="800"/>
              <a:buNone/>
              <a:defRPr sz="800">
                <a:latin typeface="Helvetica Neue"/>
                <a:ea typeface="Helvetica Neue"/>
                <a:cs typeface="Helvetica Neue"/>
                <a:sym typeface="Helvetica Neue"/>
              </a:defRPr>
            </a:lvl1pPr>
            <a:lvl2pPr indent="-279400" lvl="1" marL="9144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2pPr>
            <a:lvl3pPr indent="-279400" lvl="2" marL="13716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3pPr>
            <a:lvl4pPr indent="-279400" lvl="3" marL="18288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4pPr>
            <a:lvl5pPr indent="-279400" lvl="4" marL="22860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91" name="Google Shape;91;p12"/>
          <p:cNvSpPr/>
          <p:nvPr>
            <p:ph idx="4" type="pic"/>
          </p:nvPr>
        </p:nvSpPr>
        <p:spPr>
          <a:xfrm>
            <a:off x="4663440" y="1038977"/>
            <a:ext cx="3749039" cy="3017520"/>
          </a:xfrm>
          <a:prstGeom prst="rect">
            <a:avLst/>
          </a:prstGeom>
          <a:solidFill>
            <a:srgbClr val="DBE7F5"/>
          </a:solid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three images">
  <p:cSld name="Header w/three images">
    <p:spTree>
      <p:nvGrpSpPr>
        <p:cNvPr id="92" name="Shape 92"/>
        <p:cNvGrpSpPr/>
        <p:nvPr/>
      </p:nvGrpSpPr>
      <p:grpSpPr>
        <a:xfrm>
          <a:off x="0" y="0"/>
          <a:ext cx="0" cy="0"/>
          <a:chOff x="0" y="0"/>
          <a:chExt cx="0" cy="0"/>
        </a:xfrm>
      </p:grpSpPr>
      <p:sp>
        <p:nvSpPr>
          <p:cNvPr id="93" name="Google Shape;93;p13"/>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94" name="Google Shape;94;p13"/>
          <p:cNvSpPr/>
          <p:nvPr>
            <p:ph idx="2" type="pic"/>
          </p:nvPr>
        </p:nvSpPr>
        <p:spPr>
          <a:xfrm>
            <a:off x="639952" y="1188720"/>
            <a:ext cx="2468880" cy="2057400"/>
          </a:xfrm>
          <a:prstGeom prst="rect">
            <a:avLst/>
          </a:prstGeom>
          <a:solidFill>
            <a:srgbClr val="DBE7F5"/>
          </a:solidFill>
          <a:ln>
            <a:noFill/>
          </a:ln>
        </p:spPr>
      </p:sp>
      <p:sp>
        <p:nvSpPr>
          <p:cNvPr id="95" name="Google Shape;95;p13"/>
          <p:cNvSpPr txBox="1"/>
          <p:nvPr>
            <p:ph idx="1" type="body"/>
          </p:nvPr>
        </p:nvSpPr>
        <p:spPr>
          <a:xfrm>
            <a:off x="5943600" y="3291840"/>
            <a:ext cx="2468880" cy="100584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96" name="Google Shape;96;p13"/>
          <p:cNvSpPr/>
          <p:nvPr>
            <p:ph idx="3" type="pic"/>
          </p:nvPr>
        </p:nvSpPr>
        <p:spPr>
          <a:xfrm>
            <a:off x="5943600" y="1188720"/>
            <a:ext cx="2468880" cy="2057400"/>
          </a:xfrm>
          <a:prstGeom prst="rect">
            <a:avLst/>
          </a:prstGeom>
          <a:solidFill>
            <a:srgbClr val="DBE7F5"/>
          </a:solidFill>
          <a:ln>
            <a:noFill/>
          </a:ln>
        </p:spPr>
      </p:sp>
      <p:sp>
        <p:nvSpPr>
          <p:cNvPr id="97" name="Google Shape;97;p13"/>
          <p:cNvSpPr txBox="1"/>
          <p:nvPr>
            <p:ph idx="4" type="body"/>
          </p:nvPr>
        </p:nvSpPr>
        <p:spPr>
          <a:xfrm>
            <a:off x="3291840" y="3291840"/>
            <a:ext cx="2468880" cy="100584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98" name="Google Shape;98;p13"/>
          <p:cNvSpPr/>
          <p:nvPr>
            <p:ph idx="5" type="pic"/>
          </p:nvPr>
        </p:nvSpPr>
        <p:spPr>
          <a:xfrm>
            <a:off x="3291776" y="1188720"/>
            <a:ext cx="2468880" cy="2057400"/>
          </a:xfrm>
          <a:prstGeom prst="rect">
            <a:avLst/>
          </a:prstGeom>
          <a:solidFill>
            <a:srgbClr val="DBE7F5"/>
          </a:solidFill>
          <a:ln>
            <a:noFill/>
          </a:ln>
        </p:spPr>
      </p:sp>
      <p:sp>
        <p:nvSpPr>
          <p:cNvPr id="99" name="Google Shape;99;p13"/>
          <p:cNvSpPr txBox="1"/>
          <p:nvPr>
            <p:ph idx="6" type="body"/>
          </p:nvPr>
        </p:nvSpPr>
        <p:spPr>
          <a:xfrm>
            <a:off x="640080" y="3291840"/>
            <a:ext cx="2468880" cy="100584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00" name="Google Shape;100;p13"/>
          <p:cNvSpPr txBox="1"/>
          <p:nvPr>
            <p:ph type="title"/>
          </p:nvPr>
        </p:nvSpPr>
        <p:spPr>
          <a:xfrm>
            <a:off x="640079" y="367401"/>
            <a:ext cx="7772400" cy="389979"/>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wide image">
  <p:cSld name="Header/wide image">
    <p:spTree>
      <p:nvGrpSpPr>
        <p:cNvPr id="101" name="Shape 101"/>
        <p:cNvGrpSpPr/>
        <p:nvPr/>
      </p:nvGrpSpPr>
      <p:grpSpPr>
        <a:xfrm>
          <a:off x="0" y="0"/>
          <a:ext cx="0" cy="0"/>
          <a:chOff x="0" y="0"/>
          <a:chExt cx="0" cy="0"/>
        </a:xfrm>
      </p:grpSpPr>
      <p:sp>
        <p:nvSpPr>
          <p:cNvPr id="102" name="Google Shape;102;p14"/>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03" name="Google Shape;103;p14"/>
          <p:cNvSpPr txBox="1"/>
          <p:nvPr>
            <p:ph idx="1" type="body"/>
          </p:nvPr>
        </p:nvSpPr>
        <p:spPr>
          <a:xfrm>
            <a:off x="640080" y="3657600"/>
            <a:ext cx="7772400" cy="64008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04" name="Google Shape;104;p14"/>
          <p:cNvSpPr/>
          <p:nvPr>
            <p:ph idx="2" type="pic"/>
          </p:nvPr>
        </p:nvSpPr>
        <p:spPr>
          <a:xfrm>
            <a:off x="640080" y="1188720"/>
            <a:ext cx="7772400" cy="2423160"/>
          </a:xfrm>
          <a:prstGeom prst="rect">
            <a:avLst/>
          </a:prstGeom>
          <a:solidFill>
            <a:srgbClr val="DBE7F5"/>
          </a:solidFill>
          <a:ln>
            <a:noFill/>
          </a:ln>
        </p:spPr>
      </p:sp>
      <p:sp>
        <p:nvSpPr>
          <p:cNvPr id="105" name="Google Shape;105;p14"/>
          <p:cNvSpPr txBox="1"/>
          <p:nvPr>
            <p:ph type="title"/>
          </p:nvPr>
        </p:nvSpPr>
        <p:spPr>
          <a:xfrm>
            <a:off x="640079" y="367401"/>
            <a:ext cx="7772400" cy="389979"/>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Header w/video">
  <p:cSld name="1_Header w/video">
    <p:spTree>
      <p:nvGrpSpPr>
        <p:cNvPr id="106" name="Shape 106"/>
        <p:cNvGrpSpPr/>
        <p:nvPr/>
      </p:nvGrpSpPr>
      <p:grpSpPr>
        <a:xfrm>
          <a:off x="0" y="0"/>
          <a:ext cx="0" cy="0"/>
          <a:chOff x="0" y="0"/>
          <a:chExt cx="0" cy="0"/>
        </a:xfrm>
      </p:grpSpPr>
      <p:sp>
        <p:nvSpPr>
          <p:cNvPr id="107" name="Google Shape;107;p15"/>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08" name="Google Shape;108;p15"/>
          <p:cNvSpPr/>
          <p:nvPr>
            <p:ph idx="2" type="pic"/>
          </p:nvPr>
        </p:nvSpPr>
        <p:spPr>
          <a:xfrm>
            <a:off x="1828800" y="1188720"/>
            <a:ext cx="5486400" cy="3017520"/>
          </a:xfrm>
          <a:prstGeom prst="rect">
            <a:avLst/>
          </a:prstGeom>
          <a:solidFill>
            <a:srgbClr val="DBE7F5"/>
          </a:solidFill>
          <a:ln>
            <a:noFill/>
          </a:ln>
        </p:spPr>
      </p:sp>
      <p:sp>
        <p:nvSpPr>
          <p:cNvPr id="109" name="Google Shape;109;p15"/>
          <p:cNvSpPr txBox="1"/>
          <p:nvPr>
            <p:ph type="title"/>
          </p:nvPr>
        </p:nvSpPr>
        <p:spPr>
          <a:xfrm>
            <a:off x="640079" y="367401"/>
            <a:ext cx="7772400" cy="389979"/>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video and copy">
  <p:cSld name="Header w/video and copy">
    <p:spTree>
      <p:nvGrpSpPr>
        <p:cNvPr id="110" name="Shape 110"/>
        <p:cNvGrpSpPr/>
        <p:nvPr/>
      </p:nvGrpSpPr>
      <p:grpSpPr>
        <a:xfrm>
          <a:off x="0" y="0"/>
          <a:ext cx="0" cy="0"/>
          <a:chOff x="0" y="0"/>
          <a:chExt cx="0" cy="0"/>
        </a:xfrm>
      </p:grpSpPr>
      <p:sp>
        <p:nvSpPr>
          <p:cNvPr id="111" name="Google Shape;111;p16"/>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12" name="Google Shape;112;p16"/>
          <p:cNvSpPr txBox="1"/>
          <p:nvPr>
            <p:ph idx="1" type="body"/>
          </p:nvPr>
        </p:nvSpPr>
        <p:spPr>
          <a:xfrm>
            <a:off x="5669280" y="1554480"/>
            <a:ext cx="2743200" cy="1005840"/>
          </a:xfrm>
          <a:prstGeom prst="rect">
            <a:avLst/>
          </a:prstGeom>
          <a:noFill/>
          <a:ln>
            <a:noFill/>
          </a:ln>
        </p:spPr>
        <p:txBody>
          <a:bodyPr anchorCtr="0" anchor="t" bIns="0" lIns="36575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13" name="Google Shape;113;p16"/>
          <p:cNvSpPr txBox="1"/>
          <p:nvPr>
            <p:ph idx="2" type="body"/>
          </p:nvPr>
        </p:nvSpPr>
        <p:spPr>
          <a:xfrm>
            <a:off x="5669280" y="1188720"/>
            <a:ext cx="2743200" cy="215444"/>
          </a:xfrm>
          <a:prstGeom prst="rect">
            <a:avLst/>
          </a:prstGeom>
          <a:noFill/>
          <a:ln>
            <a:noFill/>
          </a:ln>
        </p:spPr>
        <p:txBody>
          <a:bodyPr anchorCtr="0" anchor="t" bIns="0" lIns="36575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14" name="Google Shape;114;p16"/>
          <p:cNvSpPr/>
          <p:nvPr>
            <p:ph idx="3" type="media"/>
          </p:nvPr>
        </p:nvSpPr>
        <p:spPr>
          <a:xfrm>
            <a:off x="640080" y="1188720"/>
            <a:ext cx="5029200" cy="2834640"/>
          </a:xfrm>
          <a:prstGeom prst="rect">
            <a:avLst/>
          </a:prstGeom>
          <a:solidFill>
            <a:srgbClr val="DBE7F5"/>
          </a:solidFill>
          <a:ln>
            <a:noFill/>
          </a:ln>
        </p:spPr>
        <p:txBody>
          <a:bodyPr anchorCtr="1" anchor="t" bIns="0" lIns="0" spcFirstLastPara="1" rIns="0" wrap="square" tIns="0">
            <a:noAutofit/>
          </a:bodyPr>
          <a:lstStyle>
            <a:lvl1pPr lvl="0" marR="0" rtl="0" algn="ctr">
              <a:lnSpc>
                <a:spcPct val="90000"/>
              </a:lnSpc>
              <a:spcBef>
                <a:spcPts val="750"/>
              </a:spcBef>
              <a:spcAft>
                <a:spcPts val="0"/>
              </a:spcAft>
              <a:buClr>
                <a:srgbClr val="898989"/>
              </a:buClr>
              <a:buSzPts val="1400"/>
              <a:buFont typeface="Arial"/>
              <a:buNone/>
              <a:defRPr b="0" i="0" sz="1400" u="none" cap="none" strike="noStrike">
                <a:solidFill>
                  <a:srgbClr val="898989"/>
                </a:solidFill>
                <a:latin typeface="Helvetica Neue"/>
                <a:ea typeface="Helvetica Neue"/>
                <a:cs typeface="Helvetica Neue"/>
                <a:sym typeface="Helvetica Neue"/>
              </a:defRPr>
            </a:lvl1pPr>
            <a:lvl2pPr lvl="1"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
        <p:nvSpPr>
          <p:cNvPr id="115" name="Google Shape;115;p16"/>
          <p:cNvSpPr txBox="1"/>
          <p:nvPr>
            <p:ph type="title"/>
          </p:nvPr>
        </p:nvSpPr>
        <p:spPr>
          <a:xfrm>
            <a:off x="640079" y="367401"/>
            <a:ext cx="7772400" cy="389979"/>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white background">
  <p:cSld name="Statement w/white background">
    <p:spTree>
      <p:nvGrpSpPr>
        <p:cNvPr id="116" name="Shape 116"/>
        <p:cNvGrpSpPr/>
        <p:nvPr/>
      </p:nvGrpSpPr>
      <p:grpSpPr>
        <a:xfrm>
          <a:off x="0" y="0"/>
          <a:ext cx="0" cy="0"/>
          <a:chOff x="0" y="0"/>
          <a:chExt cx="0" cy="0"/>
        </a:xfrm>
      </p:grpSpPr>
      <p:sp>
        <p:nvSpPr>
          <p:cNvPr id="117" name="Google Shape;117;p17"/>
          <p:cNvSpPr/>
          <p:nvPr/>
        </p:nvSpPr>
        <p:spPr>
          <a:xfrm>
            <a:off x="0" y="1"/>
            <a:ext cx="9144000" cy="4599432"/>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4000">
              <a:solidFill>
                <a:schemeClr val="lt1"/>
              </a:solidFill>
              <a:latin typeface="Helvetica Neue"/>
              <a:ea typeface="Helvetica Neue"/>
              <a:cs typeface="Helvetica Neue"/>
              <a:sym typeface="Helvetica Neue"/>
            </a:endParaRPr>
          </a:p>
        </p:txBody>
      </p:sp>
      <p:sp>
        <p:nvSpPr>
          <p:cNvPr id="118" name="Google Shape;118;p17"/>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19" name="Google Shape;119;p17"/>
          <p:cNvSpPr txBox="1"/>
          <p:nvPr>
            <p:ph idx="1" type="body"/>
          </p:nvPr>
        </p:nvSpPr>
        <p:spPr>
          <a:xfrm>
            <a:off x="1371600" y="1371600"/>
            <a:ext cx="6400800" cy="1665071"/>
          </a:xfrm>
          <a:prstGeom prst="rect">
            <a:avLst/>
          </a:prstGeom>
          <a:noFill/>
          <a:ln>
            <a:noFill/>
          </a:ln>
        </p:spPr>
        <p:txBody>
          <a:bodyPr anchorCtr="0" anchor="ctr" bIns="0" lIns="0" spcFirstLastPara="1" rIns="0" wrap="square" tIns="0">
            <a:spAutoFit/>
          </a:bodyPr>
          <a:lstStyle>
            <a:lvl1pPr indent="-228600" lvl="0" marL="457200" algn="ctr">
              <a:lnSpc>
                <a:spcPct val="90000"/>
              </a:lnSpc>
              <a:spcBef>
                <a:spcPts val="750"/>
              </a:spcBef>
              <a:spcAft>
                <a:spcPts val="0"/>
              </a:spcAft>
              <a:buClr>
                <a:srgbClr val="2774AE"/>
              </a:buClr>
              <a:buSzPts val="4000"/>
              <a:buNone/>
              <a:defRPr sz="4000">
                <a:solidFill>
                  <a:srgbClr val="2774AE"/>
                </a:solidFill>
              </a:defRPr>
            </a:lvl1pPr>
            <a:lvl2pPr indent="-228600" lvl="1" marL="914400" algn="ctr">
              <a:lnSpc>
                <a:spcPct val="90000"/>
              </a:lnSpc>
              <a:spcBef>
                <a:spcPts val="375"/>
              </a:spcBef>
              <a:spcAft>
                <a:spcPts val="0"/>
              </a:spcAft>
              <a:buClr>
                <a:srgbClr val="2774AE"/>
              </a:buClr>
              <a:buSzPts val="4000"/>
              <a:buNone/>
              <a:defRPr sz="4000">
                <a:solidFill>
                  <a:srgbClr val="2774AE"/>
                </a:solidFill>
              </a:defRPr>
            </a:lvl2pPr>
            <a:lvl3pPr indent="-228600" lvl="2" marL="1371600" algn="ctr">
              <a:lnSpc>
                <a:spcPct val="90000"/>
              </a:lnSpc>
              <a:spcBef>
                <a:spcPts val="375"/>
              </a:spcBef>
              <a:spcAft>
                <a:spcPts val="0"/>
              </a:spcAft>
              <a:buClr>
                <a:srgbClr val="2774AE"/>
              </a:buClr>
              <a:buSzPts val="4000"/>
              <a:buNone/>
              <a:defRPr sz="4000">
                <a:solidFill>
                  <a:srgbClr val="2774AE"/>
                </a:solidFill>
              </a:defRPr>
            </a:lvl3pPr>
            <a:lvl4pPr indent="-228600" lvl="3" marL="1828800" algn="ctr">
              <a:lnSpc>
                <a:spcPct val="90000"/>
              </a:lnSpc>
              <a:spcBef>
                <a:spcPts val="375"/>
              </a:spcBef>
              <a:spcAft>
                <a:spcPts val="0"/>
              </a:spcAft>
              <a:buClr>
                <a:srgbClr val="2774AE"/>
              </a:buClr>
              <a:buSzPts val="4000"/>
              <a:buNone/>
              <a:defRPr sz="4000">
                <a:solidFill>
                  <a:srgbClr val="2774AE"/>
                </a:solidFill>
              </a:defRPr>
            </a:lvl4pPr>
            <a:lvl5pPr indent="-228600" lvl="4" marL="2286000" algn="ctr">
              <a:lnSpc>
                <a:spcPct val="90000"/>
              </a:lnSpc>
              <a:spcBef>
                <a:spcPts val="375"/>
              </a:spcBef>
              <a:spcAft>
                <a:spcPts val="0"/>
              </a:spcAft>
              <a:buClr>
                <a:srgbClr val="2774AE"/>
              </a:buClr>
              <a:buSzPts val="4000"/>
              <a:buNone/>
              <a:defRPr sz="4000">
                <a:solidFill>
                  <a:srgbClr val="2774AE"/>
                </a:solidFill>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hank You">
  <p:cSld name="1_Thank You">
    <p:spTree>
      <p:nvGrpSpPr>
        <p:cNvPr id="120" name="Shape 120"/>
        <p:cNvGrpSpPr/>
        <p:nvPr/>
      </p:nvGrpSpPr>
      <p:grpSpPr>
        <a:xfrm>
          <a:off x="0" y="0"/>
          <a:ext cx="0" cy="0"/>
          <a:chOff x="0" y="0"/>
          <a:chExt cx="0" cy="0"/>
        </a:xfrm>
      </p:grpSpPr>
      <p:sp>
        <p:nvSpPr>
          <p:cNvPr id="121" name="Google Shape;121;p18"/>
          <p:cNvSpPr/>
          <p:nvPr/>
        </p:nvSpPr>
        <p:spPr>
          <a:xfrm>
            <a:off x="0" y="0"/>
            <a:ext cx="9144000" cy="4572000"/>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4000">
              <a:solidFill>
                <a:schemeClr val="lt1"/>
              </a:solidFill>
              <a:latin typeface="Helvetica Neue"/>
              <a:ea typeface="Helvetica Neue"/>
              <a:cs typeface="Helvetica Neue"/>
              <a:sym typeface="Helvetica Neue"/>
            </a:endParaRPr>
          </a:p>
        </p:txBody>
      </p:sp>
      <p:sp>
        <p:nvSpPr>
          <p:cNvPr id="122" name="Google Shape;122;p18"/>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pic>
        <p:nvPicPr>
          <p:cNvPr id="123" name="Google Shape;123;p18"/>
          <p:cNvPicPr preferRelativeResize="0"/>
          <p:nvPr/>
        </p:nvPicPr>
        <p:blipFill rotWithShape="1">
          <a:blip r:embed="rId2">
            <a:alphaModFix/>
          </a:blip>
          <a:srcRect b="0" l="0" r="0" t="0"/>
          <a:stretch/>
        </p:blipFill>
        <p:spPr>
          <a:xfrm>
            <a:off x="2281646" y="2282017"/>
            <a:ext cx="4580708" cy="57946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pener">
  <p:cSld name="Title Opener">
    <p:spTree>
      <p:nvGrpSpPr>
        <p:cNvPr id="130" name="Shape 130"/>
        <p:cNvGrpSpPr/>
        <p:nvPr/>
      </p:nvGrpSpPr>
      <p:grpSpPr>
        <a:xfrm>
          <a:off x="0" y="0"/>
          <a:ext cx="0" cy="0"/>
          <a:chOff x="0" y="0"/>
          <a:chExt cx="0" cy="0"/>
        </a:xfrm>
      </p:grpSpPr>
      <p:sp>
        <p:nvSpPr>
          <p:cNvPr id="131" name="Google Shape;131;p20"/>
          <p:cNvSpPr txBox="1"/>
          <p:nvPr>
            <p:ph idx="10" type="dt"/>
          </p:nvPr>
        </p:nvSpPr>
        <p:spPr>
          <a:xfrm>
            <a:off x="7407534" y="4754880"/>
            <a:ext cx="941700" cy="36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1pPr>
            <a:lvl2pPr lvl="1"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2pPr>
            <a:lvl3pPr lvl="2"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3pPr>
            <a:lvl4pPr lvl="3"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4pPr>
            <a:lvl5pPr lvl="4"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5pPr>
            <a:lvl6pPr lvl="5"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6pPr>
            <a:lvl7pPr lvl="6"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7pPr>
            <a:lvl8pPr lvl="7"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8pPr>
            <a:lvl9pPr lvl="8"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9pPr>
          </a:lstStyle>
          <a:p/>
        </p:txBody>
      </p:sp>
      <p:sp>
        <p:nvSpPr>
          <p:cNvPr id="132" name="Google Shape;132;p20"/>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33" name="Google Shape;133;p20"/>
          <p:cNvSpPr/>
          <p:nvPr/>
        </p:nvSpPr>
        <p:spPr>
          <a:xfrm>
            <a:off x="0" y="0"/>
            <a:ext cx="9144000" cy="5151300"/>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4000" u="none" cap="none" strike="noStrike">
              <a:solidFill>
                <a:schemeClr val="lt1"/>
              </a:solidFill>
              <a:latin typeface="Helvetica Neue"/>
              <a:ea typeface="Helvetica Neue"/>
              <a:cs typeface="Helvetica Neue"/>
              <a:sym typeface="Helvetica Neue"/>
            </a:endParaRPr>
          </a:p>
        </p:txBody>
      </p:sp>
      <p:sp>
        <p:nvSpPr>
          <p:cNvPr id="134" name="Google Shape;134;p20"/>
          <p:cNvSpPr txBox="1"/>
          <p:nvPr>
            <p:ph idx="1" type="body"/>
          </p:nvPr>
        </p:nvSpPr>
        <p:spPr>
          <a:xfrm>
            <a:off x="640080" y="4663376"/>
            <a:ext cx="1726200" cy="167100"/>
          </a:xfrm>
          <a:prstGeom prst="rect">
            <a:avLst/>
          </a:prstGeom>
          <a:noFill/>
          <a:ln>
            <a:noFill/>
          </a:ln>
        </p:spPr>
        <p:txBody>
          <a:bodyPr anchorCtr="0" anchor="b" bIns="0" lIns="9125" spcFirstLastPara="1" rIns="0" wrap="square" tIns="0">
            <a:spAutoFit/>
          </a:bodyPr>
          <a:lstStyle>
            <a:lvl1pPr indent="-228600" lvl="0" marL="457200" algn="l">
              <a:lnSpc>
                <a:spcPct val="90000"/>
              </a:lnSpc>
              <a:spcBef>
                <a:spcPts val="300"/>
              </a:spcBef>
              <a:spcAft>
                <a:spcPts val="0"/>
              </a:spcAft>
              <a:buClr>
                <a:srgbClr val="898989"/>
              </a:buClr>
              <a:buSzPts val="1200"/>
              <a:buFont typeface="Helvetica Neue"/>
              <a:buNone/>
              <a:defRPr b="0" i="0" sz="1200">
                <a:solidFill>
                  <a:srgbClr val="898989"/>
                </a:solidFill>
                <a:latin typeface="Helvetica Neue"/>
                <a:ea typeface="Helvetica Neue"/>
                <a:cs typeface="Helvetica Neue"/>
                <a:sym typeface="Helvetica Neue"/>
              </a:defRPr>
            </a:lvl1pPr>
            <a:lvl2pPr indent="-304800" lvl="1" marL="914400" algn="l">
              <a:lnSpc>
                <a:spcPct val="90000"/>
              </a:lnSpc>
              <a:spcBef>
                <a:spcPts val="375"/>
              </a:spcBef>
              <a:spcAft>
                <a:spcPts val="0"/>
              </a:spcAft>
              <a:buClr>
                <a:srgbClr val="58595B"/>
              </a:buClr>
              <a:buSzPts val="1200"/>
              <a:buChar char="•"/>
              <a:defRPr sz="1200"/>
            </a:lvl2pPr>
            <a:lvl3pPr indent="-304800" lvl="2" marL="1371600" algn="l">
              <a:lnSpc>
                <a:spcPct val="90000"/>
              </a:lnSpc>
              <a:spcBef>
                <a:spcPts val="375"/>
              </a:spcBef>
              <a:spcAft>
                <a:spcPts val="0"/>
              </a:spcAft>
              <a:buClr>
                <a:srgbClr val="58595B"/>
              </a:buClr>
              <a:buSzPts val="1200"/>
              <a:buChar char="•"/>
              <a:defRPr sz="1200"/>
            </a:lvl3pPr>
            <a:lvl4pPr indent="-304800" lvl="3" marL="1828800" algn="l">
              <a:lnSpc>
                <a:spcPct val="90000"/>
              </a:lnSpc>
              <a:spcBef>
                <a:spcPts val="375"/>
              </a:spcBef>
              <a:spcAft>
                <a:spcPts val="0"/>
              </a:spcAft>
              <a:buClr>
                <a:srgbClr val="58595B"/>
              </a:buClr>
              <a:buSzPts val="1200"/>
              <a:buChar char="•"/>
              <a:defRPr sz="1200"/>
            </a:lvl4pPr>
            <a:lvl5pPr indent="-304800" lvl="4" marL="2286000" algn="l">
              <a:lnSpc>
                <a:spcPct val="90000"/>
              </a:lnSpc>
              <a:spcBef>
                <a:spcPts val="375"/>
              </a:spcBef>
              <a:spcAft>
                <a:spcPts val="0"/>
              </a:spcAft>
              <a:buClr>
                <a:srgbClr val="58595B"/>
              </a:buClr>
              <a:buSzPts val="1200"/>
              <a:buChar char="•"/>
              <a:defRPr sz="1200"/>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35" name="Google Shape;135;p20"/>
          <p:cNvSpPr txBox="1"/>
          <p:nvPr>
            <p:ph idx="2" type="body"/>
          </p:nvPr>
        </p:nvSpPr>
        <p:spPr>
          <a:xfrm>
            <a:off x="640080" y="4480496"/>
            <a:ext cx="1188600" cy="167100"/>
          </a:xfrm>
          <a:prstGeom prst="rect">
            <a:avLst/>
          </a:prstGeom>
          <a:noFill/>
          <a:ln>
            <a:noFill/>
          </a:ln>
        </p:spPr>
        <p:txBody>
          <a:bodyPr anchorCtr="0" anchor="b" bIns="0" lIns="9125" spcFirstLastPara="1" rIns="0" wrap="square" tIns="0">
            <a:spAutoFit/>
          </a:bodyPr>
          <a:lstStyle>
            <a:lvl1pPr indent="-228600" lvl="0" marL="457200" algn="l">
              <a:lnSpc>
                <a:spcPct val="90000"/>
              </a:lnSpc>
              <a:spcBef>
                <a:spcPts val="300"/>
              </a:spcBef>
              <a:spcAft>
                <a:spcPts val="0"/>
              </a:spcAft>
              <a:buClr>
                <a:srgbClr val="898989"/>
              </a:buClr>
              <a:buSzPts val="1200"/>
              <a:buFont typeface="Helvetica Neue"/>
              <a:buNone/>
              <a:defRPr b="0" i="0" sz="1200">
                <a:solidFill>
                  <a:srgbClr val="898989"/>
                </a:solidFill>
                <a:latin typeface="Helvetica Neue"/>
                <a:ea typeface="Helvetica Neue"/>
                <a:cs typeface="Helvetica Neue"/>
                <a:sym typeface="Helvetica Neue"/>
              </a:defRPr>
            </a:lvl1pPr>
            <a:lvl2pPr indent="-304800" lvl="1" marL="914400" algn="l">
              <a:lnSpc>
                <a:spcPct val="90000"/>
              </a:lnSpc>
              <a:spcBef>
                <a:spcPts val="375"/>
              </a:spcBef>
              <a:spcAft>
                <a:spcPts val="0"/>
              </a:spcAft>
              <a:buClr>
                <a:srgbClr val="58595B"/>
              </a:buClr>
              <a:buSzPts val="1200"/>
              <a:buChar char="•"/>
              <a:defRPr sz="1200"/>
            </a:lvl2pPr>
            <a:lvl3pPr indent="-304800" lvl="2" marL="1371600" algn="l">
              <a:lnSpc>
                <a:spcPct val="90000"/>
              </a:lnSpc>
              <a:spcBef>
                <a:spcPts val="375"/>
              </a:spcBef>
              <a:spcAft>
                <a:spcPts val="0"/>
              </a:spcAft>
              <a:buClr>
                <a:srgbClr val="58595B"/>
              </a:buClr>
              <a:buSzPts val="1200"/>
              <a:buChar char="•"/>
              <a:defRPr sz="1200"/>
            </a:lvl3pPr>
            <a:lvl4pPr indent="-304800" lvl="3" marL="1828800" algn="l">
              <a:lnSpc>
                <a:spcPct val="90000"/>
              </a:lnSpc>
              <a:spcBef>
                <a:spcPts val="375"/>
              </a:spcBef>
              <a:spcAft>
                <a:spcPts val="0"/>
              </a:spcAft>
              <a:buClr>
                <a:srgbClr val="58595B"/>
              </a:buClr>
              <a:buSzPts val="1200"/>
              <a:buChar char="•"/>
              <a:defRPr sz="1200"/>
            </a:lvl4pPr>
            <a:lvl5pPr indent="-304800" lvl="4" marL="2286000" algn="l">
              <a:lnSpc>
                <a:spcPct val="90000"/>
              </a:lnSpc>
              <a:spcBef>
                <a:spcPts val="375"/>
              </a:spcBef>
              <a:spcAft>
                <a:spcPts val="0"/>
              </a:spcAft>
              <a:buClr>
                <a:srgbClr val="58595B"/>
              </a:buClr>
              <a:buSzPts val="1200"/>
              <a:buChar char="•"/>
              <a:defRPr sz="1200"/>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36" name="Google Shape;136;p20"/>
          <p:cNvSpPr/>
          <p:nvPr/>
        </p:nvSpPr>
        <p:spPr>
          <a:xfrm>
            <a:off x="640080" y="3017520"/>
            <a:ext cx="7772400" cy="36600"/>
          </a:xfrm>
          <a:prstGeom prst="rect">
            <a:avLst/>
          </a:prstGeom>
          <a:solidFill>
            <a:srgbClr val="2C75AC"/>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u="none" cap="none" strike="noStrike">
              <a:solidFill>
                <a:schemeClr val="lt1"/>
              </a:solidFill>
              <a:latin typeface="Helvetica Neue"/>
              <a:ea typeface="Helvetica Neue"/>
              <a:cs typeface="Helvetica Neue"/>
              <a:sym typeface="Helvetica Neue"/>
            </a:endParaRPr>
          </a:p>
        </p:txBody>
      </p:sp>
      <p:sp>
        <p:nvSpPr>
          <p:cNvPr id="137" name="Google Shape;137;p20"/>
          <p:cNvSpPr/>
          <p:nvPr/>
        </p:nvSpPr>
        <p:spPr>
          <a:xfrm>
            <a:off x="640080" y="1828800"/>
            <a:ext cx="7772400" cy="36600"/>
          </a:xfrm>
          <a:prstGeom prst="rect">
            <a:avLst/>
          </a:prstGeom>
          <a:solidFill>
            <a:srgbClr val="2C75AC"/>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u="none" cap="none" strike="noStrike">
              <a:solidFill>
                <a:schemeClr val="lt1"/>
              </a:solidFill>
              <a:latin typeface="Helvetica Neue"/>
              <a:ea typeface="Helvetica Neue"/>
              <a:cs typeface="Helvetica Neue"/>
              <a:sym typeface="Helvetica Neue"/>
            </a:endParaRPr>
          </a:p>
        </p:txBody>
      </p:sp>
      <p:sp>
        <p:nvSpPr>
          <p:cNvPr id="138" name="Google Shape;138;p20"/>
          <p:cNvSpPr/>
          <p:nvPr>
            <p:ph idx="3" type="pic"/>
          </p:nvPr>
        </p:nvSpPr>
        <p:spPr>
          <a:xfrm>
            <a:off x="647698" y="476251"/>
            <a:ext cx="5564700" cy="1031700"/>
          </a:xfrm>
          <a:prstGeom prst="rect">
            <a:avLst/>
          </a:prstGeom>
          <a:noFill/>
          <a:ln>
            <a:noFill/>
          </a:ln>
        </p:spPr>
      </p:sp>
      <p:sp>
        <p:nvSpPr>
          <p:cNvPr id="139" name="Google Shape;139;p20"/>
          <p:cNvSpPr txBox="1"/>
          <p:nvPr/>
        </p:nvSpPr>
        <p:spPr>
          <a:xfrm>
            <a:off x="6594764" y="304800"/>
            <a:ext cx="14271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350">
              <a:solidFill>
                <a:schemeClr val="dk1"/>
              </a:solidFill>
              <a:latin typeface="Helvetica Neue"/>
              <a:ea typeface="Helvetica Neue"/>
              <a:cs typeface="Helvetica Neue"/>
              <a:sym typeface="Helvetica Neue"/>
            </a:endParaRPr>
          </a:p>
        </p:txBody>
      </p:sp>
      <p:sp>
        <p:nvSpPr>
          <p:cNvPr id="140" name="Google Shape;140;p20"/>
          <p:cNvSpPr txBox="1"/>
          <p:nvPr>
            <p:ph idx="4" type="body"/>
          </p:nvPr>
        </p:nvSpPr>
        <p:spPr>
          <a:xfrm>
            <a:off x="640080" y="1892808"/>
            <a:ext cx="7772400" cy="1102500"/>
          </a:xfrm>
          <a:prstGeom prst="rect">
            <a:avLst/>
          </a:prstGeom>
          <a:noFill/>
          <a:ln>
            <a:noFill/>
          </a:ln>
        </p:spPr>
        <p:txBody>
          <a:bodyPr anchorCtr="0" anchor="ctr" bIns="0" lIns="0" spcFirstLastPara="1" rIns="0" wrap="square" tIns="0">
            <a:spAutoFit/>
          </a:bodyPr>
          <a:lstStyle>
            <a:lvl1pPr indent="-228600" lvl="0" marL="457200" algn="l">
              <a:lnSpc>
                <a:spcPct val="90000"/>
              </a:lnSpc>
              <a:spcBef>
                <a:spcPts val="750"/>
              </a:spcBef>
              <a:spcAft>
                <a:spcPts val="0"/>
              </a:spcAft>
              <a:buClr>
                <a:srgbClr val="58595B"/>
              </a:buClr>
              <a:buSzPts val="3600"/>
              <a:buNone/>
              <a:defRPr b="1" sz="3600">
                <a:latin typeface="Helvetica Neue"/>
                <a:ea typeface="Helvetica Neue"/>
                <a:cs typeface="Helvetica Neue"/>
                <a:sym typeface="Helvetica Neue"/>
              </a:defRPr>
            </a:lvl1pPr>
            <a:lvl2pPr indent="-228600" lvl="1" marL="914400" algn="l">
              <a:lnSpc>
                <a:spcPct val="90000"/>
              </a:lnSpc>
              <a:spcBef>
                <a:spcPts val="375"/>
              </a:spcBef>
              <a:spcAft>
                <a:spcPts val="0"/>
              </a:spcAft>
              <a:buClr>
                <a:srgbClr val="58595B"/>
              </a:buClr>
              <a:buSzPts val="3600"/>
              <a:buFont typeface="Arial"/>
              <a:buNone/>
              <a:defRPr b="1" sz="3600">
                <a:latin typeface="Helvetica Neue"/>
                <a:ea typeface="Helvetica Neue"/>
                <a:cs typeface="Helvetica Neue"/>
                <a:sym typeface="Helvetica Neue"/>
              </a:defRPr>
            </a:lvl2pPr>
            <a:lvl3pPr indent="-228600" lvl="2" marL="13716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3pPr>
            <a:lvl4pPr indent="-228600" lvl="3" marL="18288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4pPr>
            <a:lvl5pPr indent="-228600" lvl="4" marL="22860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41" name="Google Shape;141;p20"/>
          <p:cNvSpPr txBox="1"/>
          <p:nvPr/>
        </p:nvSpPr>
        <p:spPr>
          <a:xfrm>
            <a:off x="6594764" y="304800"/>
            <a:ext cx="14271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350">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orient="horz" pos="300">
          <p15:clr>
            <a:srgbClr val="FBAE40"/>
          </p15:clr>
        </p15:guide>
        <p15:guide id="2" orient="horz" pos="540">
          <p15:clr>
            <a:srgbClr val="FBAE40"/>
          </p15:clr>
        </p15:guide>
        <p15:guide id="3" pos="40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table">
  <p:cSld name="Header w/table">
    <p:spTree>
      <p:nvGrpSpPr>
        <p:cNvPr id="142" name="Shape 142"/>
        <p:cNvGrpSpPr/>
        <p:nvPr/>
      </p:nvGrpSpPr>
      <p:grpSpPr>
        <a:xfrm>
          <a:off x="0" y="0"/>
          <a:ext cx="0" cy="0"/>
          <a:chOff x="0" y="0"/>
          <a:chExt cx="0" cy="0"/>
        </a:xfrm>
      </p:grpSpPr>
      <p:sp>
        <p:nvSpPr>
          <p:cNvPr id="143" name="Google Shape;143;p21"/>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44" name="Google Shape;144;p21"/>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21"/>
          <p:cNvSpPr/>
          <p:nvPr>
            <p:ph idx="2" type="tbl"/>
          </p:nvPr>
        </p:nvSpPr>
        <p:spPr>
          <a:xfrm>
            <a:off x="1097280" y="1188720"/>
            <a:ext cx="6400800" cy="3108900"/>
          </a:xfrm>
          <a:prstGeom prst="rect">
            <a:avLst/>
          </a:prstGeom>
          <a:solidFill>
            <a:srgbClr val="DBE7F5"/>
          </a:solidFill>
          <a:ln>
            <a:noFill/>
          </a:ln>
        </p:spPr>
        <p:txBody>
          <a:bodyPr anchorCtr="1" anchor="t" bIns="45700" lIns="91425" spcFirstLastPara="1" rIns="91425" wrap="square" tIns="45700">
            <a:noAutofit/>
          </a:bodyPr>
          <a:lstStyle>
            <a:lvl1pPr lvl="0" marR="0" algn="ctr">
              <a:spcBef>
                <a:spcPts val="0"/>
              </a:spcBef>
              <a:spcAft>
                <a:spcPts val="0"/>
              </a:spcAft>
              <a:buClr>
                <a:srgbClr val="898989"/>
              </a:buClr>
              <a:buSzPts val="1350"/>
              <a:buFont typeface="Helvetica Neue"/>
              <a:buNone/>
              <a:defRPr b="0" i="0" sz="1350" u="none" cap="none" strike="noStrike">
                <a:solidFill>
                  <a:srgbClr val="898989"/>
                </a:solidFill>
                <a:latin typeface="Helvetica Neue"/>
                <a:ea typeface="Helvetica Neue"/>
                <a:cs typeface="Helvetica Neue"/>
                <a:sym typeface="Helvetica Neue"/>
              </a:defRPr>
            </a:lvl1pPr>
            <a:lvl2pPr lvl="1"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2pPr>
            <a:lvl3pPr lvl="2"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3pPr>
            <a:lvl4pPr lvl="3"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4pPr>
            <a:lvl5pPr lvl="4"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5pPr>
            <a:lvl6pPr lvl="5"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6pPr>
            <a:lvl7pPr lvl="6"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7pPr>
            <a:lvl8pPr lvl="7"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8pPr>
            <a:lvl9pPr lvl="8" marR="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9pPr>
          </a:lstStyle>
          <a:p/>
        </p:txBody>
      </p:sp>
      <p:sp>
        <p:nvSpPr>
          <p:cNvPr id="146" name="Google Shape;146;p21"/>
          <p:cNvSpPr txBox="1"/>
          <p:nvPr>
            <p:ph idx="1" type="body"/>
          </p:nvPr>
        </p:nvSpPr>
        <p:spPr>
          <a:xfrm>
            <a:off x="7739809" y="1188720"/>
            <a:ext cx="947100" cy="13542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FC28FC"/>
              </a:buClr>
              <a:buSzPts val="800"/>
              <a:buNone/>
              <a:defRPr b="0" sz="800">
                <a:solidFill>
                  <a:srgbClr val="FC28FC"/>
                </a:solidFill>
              </a:defRPr>
            </a:lvl1pPr>
            <a:lvl2pPr indent="-228600" lvl="1" marL="914400" algn="l">
              <a:lnSpc>
                <a:spcPct val="90000"/>
              </a:lnSpc>
              <a:spcBef>
                <a:spcPts val="375"/>
              </a:spcBef>
              <a:spcAft>
                <a:spcPts val="0"/>
              </a:spcAft>
              <a:buClr>
                <a:srgbClr val="FF0000"/>
              </a:buClr>
              <a:buSzPts val="1400"/>
              <a:buNone/>
              <a:defRPr>
                <a:solidFill>
                  <a:srgbClr val="FF0000"/>
                </a:solidFill>
              </a:defRPr>
            </a:lvl2pPr>
            <a:lvl3pPr indent="-228600" lvl="2" marL="1371600" algn="l">
              <a:lnSpc>
                <a:spcPct val="90000"/>
              </a:lnSpc>
              <a:spcBef>
                <a:spcPts val="375"/>
              </a:spcBef>
              <a:spcAft>
                <a:spcPts val="0"/>
              </a:spcAft>
              <a:buClr>
                <a:srgbClr val="FF0000"/>
              </a:buClr>
              <a:buSzPts val="1400"/>
              <a:buNone/>
              <a:defRPr>
                <a:solidFill>
                  <a:srgbClr val="FF0000"/>
                </a:solidFill>
              </a:defRPr>
            </a:lvl3pPr>
            <a:lvl4pPr indent="-228600" lvl="3" marL="1828800" algn="l">
              <a:lnSpc>
                <a:spcPct val="90000"/>
              </a:lnSpc>
              <a:spcBef>
                <a:spcPts val="375"/>
              </a:spcBef>
              <a:spcAft>
                <a:spcPts val="0"/>
              </a:spcAft>
              <a:buClr>
                <a:srgbClr val="FF0000"/>
              </a:buClr>
              <a:buSzPts val="1400"/>
              <a:buNone/>
              <a:defRPr>
                <a:solidFill>
                  <a:srgbClr val="FF0000"/>
                </a:solidFill>
              </a:defRPr>
            </a:lvl4pPr>
            <a:lvl5pPr indent="-228600" lvl="4" marL="2286000" algn="l">
              <a:lnSpc>
                <a:spcPct val="90000"/>
              </a:lnSpc>
              <a:spcBef>
                <a:spcPts val="375"/>
              </a:spcBef>
              <a:spcAft>
                <a:spcPts val="0"/>
              </a:spcAft>
              <a:buClr>
                <a:srgbClr val="FF0000"/>
              </a:buClr>
              <a:buSzPts val="1400"/>
              <a:buNone/>
              <a:defRPr>
                <a:solidFill>
                  <a:srgbClr val="FF0000"/>
                </a:solidFill>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p:cSld name="Section Divider">
    <p:spTree>
      <p:nvGrpSpPr>
        <p:cNvPr id="147" name="Shape 147"/>
        <p:cNvGrpSpPr/>
        <p:nvPr/>
      </p:nvGrpSpPr>
      <p:grpSpPr>
        <a:xfrm>
          <a:off x="0" y="0"/>
          <a:ext cx="0" cy="0"/>
          <a:chOff x="0" y="0"/>
          <a:chExt cx="0" cy="0"/>
        </a:xfrm>
      </p:grpSpPr>
      <p:sp>
        <p:nvSpPr>
          <p:cNvPr id="148" name="Google Shape;148;p22"/>
          <p:cNvSpPr/>
          <p:nvPr/>
        </p:nvSpPr>
        <p:spPr>
          <a:xfrm>
            <a:off x="0" y="0"/>
            <a:ext cx="9144000" cy="4572000"/>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4000">
              <a:solidFill>
                <a:schemeClr val="lt1"/>
              </a:solidFill>
              <a:latin typeface="Helvetica Neue"/>
              <a:ea typeface="Helvetica Neue"/>
              <a:cs typeface="Helvetica Neue"/>
              <a:sym typeface="Helvetica Neue"/>
            </a:endParaRPr>
          </a:p>
        </p:txBody>
      </p:sp>
      <p:sp>
        <p:nvSpPr>
          <p:cNvPr id="149" name="Google Shape;149;p22"/>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50" name="Google Shape;150;p22"/>
          <p:cNvSpPr txBox="1"/>
          <p:nvPr>
            <p:ph idx="1" type="body"/>
          </p:nvPr>
        </p:nvSpPr>
        <p:spPr>
          <a:xfrm>
            <a:off x="640079" y="2651760"/>
            <a:ext cx="7772400" cy="2742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750"/>
              </a:spcBef>
              <a:spcAft>
                <a:spcPts val="0"/>
              </a:spcAft>
              <a:buClr>
                <a:srgbClr val="58595B"/>
              </a:buClr>
              <a:buSzPts val="1600"/>
              <a:buFont typeface="Helvetica Neue"/>
              <a:buNone/>
              <a:defRPr b="1" i="0" sz="1600" cap="none">
                <a:latin typeface="Helvetica Neue"/>
                <a:ea typeface="Helvetica Neue"/>
                <a:cs typeface="Helvetica Neue"/>
                <a:sym typeface="Helvetica Neue"/>
              </a:defRPr>
            </a:lvl1pPr>
            <a:lvl2pPr indent="-228600" lvl="1" marL="914400" algn="l">
              <a:lnSpc>
                <a:spcPct val="90000"/>
              </a:lnSpc>
              <a:spcBef>
                <a:spcPts val="375"/>
              </a:spcBef>
              <a:spcAft>
                <a:spcPts val="0"/>
              </a:spcAft>
              <a:buClr>
                <a:srgbClr val="58595B"/>
              </a:buClr>
              <a:buSzPts val="1400"/>
              <a:buFont typeface="Helvetica Neue"/>
              <a:buNone/>
              <a:defRPr b="1"/>
            </a:lvl2pPr>
            <a:lvl3pPr indent="-228600" lvl="2" marL="1371600" algn="l">
              <a:lnSpc>
                <a:spcPct val="90000"/>
              </a:lnSpc>
              <a:spcBef>
                <a:spcPts val="375"/>
              </a:spcBef>
              <a:spcAft>
                <a:spcPts val="0"/>
              </a:spcAft>
              <a:buClr>
                <a:srgbClr val="58595B"/>
              </a:buClr>
              <a:buSzPts val="1400"/>
              <a:buFont typeface="Helvetica Neue"/>
              <a:buNone/>
              <a:defRPr b="1"/>
            </a:lvl3pPr>
            <a:lvl4pPr indent="-228600" lvl="3" marL="1828800" algn="l">
              <a:lnSpc>
                <a:spcPct val="90000"/>
              </a:lnSpc>
              <a:spcBef>
                <a:spcPts val="375"/>
              </a:spcBef>
              <a:spcAft>
                <a:spcPts val="0"/>
              </a:spcAft>
              <a:buClr>
                <a:srgbClr val="58595B"/>
              </a:buClr>
              <a:buSzPts val="1400"/>
              <a:buFont typeface="Helvetica Neue"/>
              <a:buNone/>
              <a:defRPr b="1"/>
            </a:lvl4pPr>
            <a:lvl5pPr indent="-228600" lvl="4" marL="2286000" algn="l">
              <a:lnSpc>
                <a:spcPct val="90000"/>
              </a:lnSpc>
              <a:spcBef>
                <a:spcPts val="375"/>
              </a:spcBef>
              <a:spcAft>
                <a:spcPts val="0"/>
              </a:spcAft>
              <a:buClr>
                <a:srgbClr val="58595B"/>
              </a:buClr>
              <a:buSzPts val="1400"/>
              <a:buFont typeface="Helvetica Neue"/>
              <a:buNone/>
              <a:defRPr b="1"/>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51" name="Google Shape;151;p22"/>
          <p:cNvSpPr/>
          <p:nvPr/>
        </p:nvSpPr>
        <p:spPr>
          <a:xfrm>
            <a:off x="640080" y="2468880"/>
            <a:ext cx="7772400" cy="36600"/>
          </a:xfrm>
          <a:prstGeom prst="rect">
            <a:avLst/>
          </a:prstGeom>
          <a:solidFill>
            <a:srgbClr val="2C75AC"/>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sp>
        <p:nvSpPr>
          <p:cNvPr id="152" name="Google Shape;152;p22"/>
          <p:cNvSpPr txBox="1"/>
          <p:nvPr>
            <p:ph idx="2" type="body"/>
          </p:nvPr>
        </p:nvSpPr>
        <p:spPr>
          <a:xfrm>
            <a:off x="640080" y="1897130"/>
            <a:ext cx="7772400" cy="498600"/>
          </a:xfrm>
          <a:prstGeom prst="rect">
            <a:avLst/>
          </a:prstGeom>
          <a:noFill/>
          <a:ln>
            <a:noFill/>
          </a:ln>
        </p:spPr>
        <p:txBody>
          <a:bodyPr anchorCtr="0" anchor="ctr" bIns="0" lIns="0" spcFirstLastPara="1" rIns="0" wrap="square" tIns="0">
            <a:spAutoFit/>
          </a:bodyPr>
          <a:lstStyle>
            <a:lvl1pPr indent="-228600" lvl="0" marL="457200" algn="l">
              <a:lnSpc>
                <a:spcPct val="90000"/>
              </a:lnSpc>
              <a:spcBef>
                <a:spcPts val="750"/>
              </a:spcBef>
              <a:spcAft>
                <a:spcPts val="0"/>
              </a:spcAft>
              <a:buClr>
                <a:srgbClr val="58595B"/>
              </a:buClr>
              <a:buSzPts val="3600"/>
              <a:buNone/>
              <a:defRPr b="1" sz="3600">
                <a:latin typeface="Helvetica Neue"/>
                <a:ea typeface="Helvetica Neue"/>
                <a:cs typeface="Helvetica Neue"/>
                <a:sym typeface="Helvetica Neue"/>
              </a:defRPr>
            </a:lvl1pPr>
            <a:lvl2pPr indent="-228600" lvl="1" marL="914400" algn="l">
              <a:lnSpc>
                <a:spcPct val="90000"/>
              </a:lnSpc>
              <a:spcBef>
                <a:spcPts val="375"/>
              </a:spcBef>
              <a:spcAft>
                <a:spcPts val="0"/>
              </a:spcAft>
              <a:buClr>
                <a:srgbClr val="58595B"/>
              </a:buClr>
              <a:buSzPts val="3600"/>
              <a:buFont typeface="Arial"/>
              <a:buNone/>
              <a:defRPr b="1" sz="3600">
                <a:latin typeface="Helvetica Neue"/>
                <a:ea typeface="Helvetica Neue"/>
                <a:cs typeface="Helvetica Neue"/>
                <a:sym typeface="Helvetica Neue"/>
              </a:defRPr>
            </a:lvl2pPr>
            <a:lvl3pPr indent="-228600" lvl="2" marL="13716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3pPr>
            <a:lvl4pPr indent="-228600" lvl="3" marL="18288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4pPr>
            <a:lvl5pPr indent="-228600" lvl="4" marL="22860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153" name="Shape 153"/>
        <p:cNvGrpSpPr/>
        <p:nvPr/>
      </p:nvGrpSpPr>
      <p:grpSpPr>
        <a:xfrm>
          <a:off x="0" y="0"/>
          <a:ext cx="0" cy="0"/>
          <a:chOff x="0" y="0"/>
          <a:chExt cx="0" cy="0"/>
        </a:xfrm>
      </p:grpSpPr>
      <p:sp>
        <p:nvSpPr>
          <p:cNvPr id="154" name="Google Shape;154;p23"/>
          <p:cNvSpPr/>
          <p:nvPr/>
        </p:nvSpPr>
        <p:spPr>
          <a:xfrm>
            <a:off x="0" y="0"/>
            <a:ext cx="9144000" cy="4572000"/>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4000">
              <a:solidFill>
                <a:schemeClr val="lt1"/>
              </a:solidFill>
              <a:latin typeface="Helvetica Neue"/>
              <a:ea typeface="Helvetica Neue"/>
              <a:cs typeface="Helvetica Neue"/>
              <a:sym typeface="Helvetica Neue"/>
            </a:endParaRPr>
          </a:p>
        </p:txBody>
      </p:sp>
      <p:sp>
        <p:nvSpPr>
          <p:cNvPr id="155" name="Google Shape;155;p23"/>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56" name="Google Shape;156;p23"/>
          <p:cNvSpPr txBox="1"/>
          <p:nvPr/>
        </p:nvSpPr>
        <p:spPr>
          <a:xfrm>
            <a:off x="640080" y="1874520"/>
            <a:ext cx="7772400" cy="5541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i="0" lang="en-US" sz="3600">
                <a:solidFill>
                  <a:srgbClr val="58595B"/>
                </a:solidFill>
                <a:latin typeface="Helvetica Neue"/>
                <a:ea typeface="Helvetica Neue"/>
                <a:cs typeface="Helvetica Neue"/>
                <a:sym typeface="Helvetica Neue"/>
              </a:rPr>
              <a:t>Q&amp;A</a:t>
            </a:r>
            <a:endParaRPr b="1" i="0" sz="3600">
              <a:solidFill>
                <a:srgbClr val="58595B"/>
              </a:solidFill>
              <a:latin typeface="Helvetica Neue"/>
              <a:ea typeface="Helvetica Neue"/>
              <a:cs typeface="Helvetica Neue"/>
              <a:sym typeface="Helvetica Neue"/>
            </a:endParaRPr>
          </a:p>
        </p:txBody>
      </p:sp>
      <p:sp>
        <p:nvSpPr>
          <p:cNvPr id="157" name="Google Shape;157;p23"/>
          <p:cNvSpPr/>
          <p:nvPr/>
        </p:nvSpPr>
        <p:spPr>
          <a:xfrm>
            <a:off x="640080" y="2468880"/>
            <a:ext cx="7772400" cy="36600"/>
          </a:xfrm>
          <a:prstGeom prst="rect">
            <a:avLst/>
          </a:prstGeom>
          <a:solidFill>
            <a:srgbClr val="2C75AC"/>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copy">
  <p:cSld name="Header w/copy">
    <p:spTree>
      <p:nvGrpSpPr>
        <p:cNvPr id="158" name="Shape 158"/>
        <p:cNvGrpSpPr/>
        <p:nvPr/>
      </p:nvGrpSpPr>
      <p:grpSpPr>
        <a:xfrm>
          <a:off x="0" y="0"/>
          <a:ext cx="0" cy="0"/>
          <a:chOff x="0" y="0"/>
          <a:chExt cx="0" cy="0"/>
        </a:xfrm>
      </p:grpSpPr>
      <p:sp>
        <p:nvSpPr>
          <p:cNvPr id="159" name="Google Shape;159;p24"/>
          <p:cNvSpPr txBox="1"/>
          <p:nvPr>
            <p:ph idx="1" type="body"/>
          </p:nvPr>
        </p:nvSpPr>
        <p:spPr>
          <a:xfrm>
            <a:off x="1097280" y="1554480"/>
            <a:ext cx="6858000" cy="582900"/>
          </a:xfrm>
          <a:prstGeom prst="rect">
            <a:avLst/>
          </a:prstGeom>
          <a:noFill/>
          <a:ln>
            <a:noFill/>
          </a:ln>
        </p:spPr>
        <p:txBody>
          <a:bodyPr anchorCtr="0" anchor="t" bIns="0" lIns="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60" name="Google Shape;160;p24"/>
          <p:cNvSpPr txBox="1"/>
          <p:nvPr>
            <p:ph idx="2" type="body"/>
          </p:nvPr>
        </p:nvSpPr>
        <p:spPr>
          <a:xfrm>
            <a:off x="1097280" y="1188720"/>
            <a:ext cx="6858000" cy="215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61" name="Google Shape;161;p24"/>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62" name="Google Shape;162;p24"/>
          <p:cNvSpPr txBox="1"/>
          <p:nvPr>
            <p:ph type="title"/>
          </p:nvPr>
        </p:nvSpPr>
        <p:spPr>
          <a:xfrm>
            <a:off x="640077"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bullets">
  <p:cSld name="Header w/bullets">
    <p:spTree>
      <p:nvGrpSpPr>
        <p:cNvPr id="163" name="Shape 163"/>
        <p:cNvGrpSpPr/>
        <p:nvPr/>
      </p:nvGrpSpPr>
      <p:grpSpPr>
        <a:xfrm>
          <a:off x="0" y="0"/>
          <a:ext cx="0" cy="0"/>
          <a:chOff x="0" y="0"/>
          <a:chExt cx="0" cy="0"/>
        </a:xfrm>
      </p:grpSpPr>
      <p:sp>
        <p:nvSpPr>
          <p:cNvPr id="164" name="Google Shape;164;p25"/>
          <p:cNvSpPr txBox="1"/>
          <p:nvPr>
            <p:ph idx="1" type="body"/>
          </p:nvPr>
        </p:nvSpPr>
        <p:spPr>
          <a:xfrm>
            <a:off x="1097280" y="1554480"/>
            <a:ext cx="6858000" cy="582900"/>
          </a:xfrm>
          <a:prstGeom prst="rect">
            <a:avLst/>
          </a:prstGeom>
          <a:noFill/>
          <a:ln>
            <a:noFill/>
          </a:ln>
        </p:spPr>
        <p:txBody>
          <a:bodyPr anchorCtr="0" anchor="t" bIns="0" lIns="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65" name="Google Shape;165;p25"/>
          <p:cNvSpPr txBox="1"/>
          <p:nvPr>
            <p:ph idx="2" type="body"/>
          </p:nvPr>
        </p:nvSpPr>
        <p:spPr>
          <a:xfrm>
            <a:off x="1097280" y="1188720"/>
            <a:ext cx="6858000" cy="215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66" name="Google Shape;166;p25"/>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67" name="Google Shape;167;p25"/>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25"/>
          <p:cNvSpPr txBox="1"/>
          <p:nvPr>
            <p:ph idx="3" type="body"/>
          </p:nvPr>
        </p:nvSpPr>
        <p:spPr>
          <a:xfrm>
            <a:off x="1097281" y="2286000"/>
            <a:ext cx="6858000" cy="388800"/>
          </a:xfrm>
          <a:prstGeom prst="rect">
            <a:avLst/>
          </a:prstGeom>
          <a:noFill/>
          <a:ln>
            <a:noFill/>
          </a:ln>
        </p:spPr>
        <p:txBody>
          <a:bodyPr anchorCtr="0" anchor="t" bIns="0" lIns="365750" spcFirstLastPara="1" rIns="0" wrap="square" tIns="0">
            <a:spAutoFit/>
          </a:bodyPr>
          <a:lstStyle>
            <a:lvl1pPr indent="-317500" lvl="0" marL="457200" algn="l">
              <a:lnSpc>
                <a:spcPct val="90000"/>
              </a:lnSpc>
              <a:spcBef>
                <a:spcPts val="750"/>
              </a:spcBef>
              <a:spcAft>
                <a:spcPts val="0"/>
              </a:spcAft>
              <a:buClr>
                <a:srgbClr val="58595B"/>
              </a:buClr>
              <a:buSzPts val="1400"/>
              <a:buChar char="•"/>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two columns">
  <p:cSld name="Header w/two columns">
    <p:spTree>
      <p:nvGrpSpPr>
        <p:cNvPr id="169" name="Shape 169"/>
        <p:cNvGrpSpPr/>
        <p:nvPr/>
      </p:nvGrpSpPr>
      <p:grpSpPr>
        <a:xfrm>
          <a:off x="0" y="0"/>
          <a:ext cx="0" cy="0"/>
          <a:chOff x="0" y="0"/>
          <a:chExt cx="0" cy="0"/>
        </a:xfrm>
      </p:grpSpPr>
      <p:sp>
        <p:nvSpPr>
          <p:cNvPr id="170" name="Google Shape;170;p26"/>
          <p:cNvSpPr txBox="1"/>
          <p:nvPr>
            <p:ph idx="1" type="body"/>
          </p:nvPr>
        </p:nvSpPr>
        <p:spPr>
          <a:xfrm>
            <a:off x="1097280" y="1554480"/>
            <a:ext cx="3383400" cy="1205100"/>
          </a:xfrm>
          <a:prstGeom prst="rect">
            <a:avLst/>
          </a:prstGeom>
          <a:noFill/>
          <a:ln>
            <a:noFill/>
          </a:ln>
        </p:spPr>
        <p:txBody>
          <a:bodyPr anchorCtr="0" anchor="t" bIns="0" lIns="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71" name="Google Shape;171;p26"/>
          <p:cNvSpPr txBox="1"/>
          <p:nvPr>
            <p:ph idx="2" type="body"/>
          </p:nvPr>
        </p:nvSpPr>
        <p:spPr>
          <a:xfrm>
            <a:off x="1097280" y="1188720"/>
            <a:ext cx="3383400" cy="215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72" name="Google Shape;172;p26"/>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73" name="Google Shape;173;p26"/>
          <p:cNvSpPr txBox="1"/>
          <p:nvPr>
            <p:ph idx="3" type="body"/>
          </p:nvPr>
        </p:nvSpPr>
        <p:spPr>
          <a:xfrm>
            <a:off x="5029200" y="1554480"/>
            <a:ext cx="3383400" cy="1205100"/>
          </a:xfrm>
          <a:prstGeom prst="rect">
            <a:avLst/>
          </a:prstGeom>
          <a:noFill/>
          <a:ln>
            <a:noFill/>
          </a:ln>
        </p:spPr>
        <p:txBody>
          <a:bodyPr anchorCtr="0" anchor="t" bIns="0" lIns="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74" name="Google Shape;174;p26"/>
          <p:cNvSpPr txBox="1"/>
          <p:nvPr>
            <p:ph idx="4" type="body"/>
          </p:nvPr>
        </p:nvSpPr>
        <p:spPr>
          <a:xfrm>
            <a:off x="5029200" y="1188720"/>
            <a:ext cx="3383400" cy="215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75" name="Google Shape;175;p26"/>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2880">
          <p15:clr>
            <a:srgbClr val="FBAE40"/>
          </p15:clr>
        </p15:guide>
        <p15:guide id="2" pos="309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one image on Left">
  <p:cSld name="Header w/one image on Left">
    <p:spTree>
      <p:nvGrpSpPr>
        <p:cNvPr id="176" name="Shape 176"/>
        <p:cNvGrpSpPr/>
        <p:nvPr/>
      </p:nvGrpSpPr>
      <p:grpSpPr>
        <a:xfrm>
          <a:off x="0" y="0"/>
          <a:ext cx="0" cy="0"/>
          <a:chOff x="0" y="0"/>
          <a:chExt cx="0" cy="0"/>
        </a:xfrm>
      </p:grpSpPr>
      <p:sp>
        <p:nvSpPr>
          <p:cNvPr id="177" name="Google Shape;177;p27"/>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78" name="Google Shape;178;p27"/>
          <p:cNvSpPr txBox="1"/>
          <p:nvPr>
            <p:ph idx="1" type="body"/>
          </p:nvPr>
        </p:nvSpPr>
        <p:spPr>
          <a:xfrm>
            <a:off x="4572000" y="1554480"/>
            <a:ext cx="3840600" cy="1205100"/>
          </a:xfrm>
          <a:prstGeom prst="rect">
            <a:avLst/>
          </a:prstGeom>
          <a:noFill/>
          <a:ln>
            <a:noFill/>
          </a:ln>
        </p:spPr>
        <p:txBody>
          <a:bodyPr anchorCtr="0" anchor="t" bIns="0" lIns="36575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79" name="Google Shape;179;p27"/>
          <p:cNvSpPr txBox="1"/>
          <p:nvPr>
            <p:ph idx="2" type="body"/>
          </p:nvPr>
        </p:nvSpPr>
        <p:spPr>
          <a:xfrm>
            <a:off x="4571999" y="1188720"/>
            <a:ext cx="3840600" cy="215400"/>
          </a:xfrm>
          <a:prstGeom prst="rect">
            <a:avLst/>
          </a:prstGeom>
          <a:noFill/>
          <a:ln>
            <a:noFill/>
          </a:ln>
        </p:spPr>
        <p:txBody>
          <a:bodyPr anchorCtr="0" anchor="t" bIns="0" lIns="36575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80" name="Google Shape;180;p27"/>
          <p:cNvSpPr/>
          <p:nvPr>
            <p:ph idx="3" type="pic"/>
          </p:nvPr>
        </p:nvSpPr>
        <p:spPr>
          <a:xfrm>
            <a:off x="640080" y="1188720"/>
            <a:ext cx="3931800" cy="3291900"/>
          </a:xfrm>
          <a:prstGeom prst="rect">
            <a:avLst/>
          </a:prstGeom>
          <a:solidFill>
            <a:srgbClr val="DBE7F5"/>
          </a:solidFill>
          <a:ln>
            <a:noFill/>
          </a:ln>
        </p:spPr>
      </p:sp>
      <p:sp>
        <p:nvSpPr>
          <p:cNvPr id="181" name="Google Shape;181;p27"/>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2880">
          <p15:clr>
            <a:srgbClr val="FBAE40"/>
          </p15:clr>
        </p15:guide>
        <p15:guide id="2" pos="31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one image on Right">
  <p:cSld name="Header w/one image on Right">
    <p:spTree>
      <p:nvGrpSpPr>
        <p:cNvPr id="182" name="Shape 182"/>
        <p:cNvGrpSpPr/>
        <p:nvPr/>
      </p:nvGrpSpPr>
      <p:grpSpPr>
        <a:xfrm>
          <a:off x="0" y="0"/>
          <a:ext cx="0" cy="0"/>
          <a:chOff x="0" y="0"/>
          <a:chExt cx="0" cy="0"/>
        </a:xfrm>
      </p:grpSpPr>
      <p:sp>
        <p:nvSpPr>
          <p:cNvPr id="183" name="Google Shape;183;p28"/>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84" name="Google Shape;184;p28"/>
          <p:cNvSpPr txBox="1"/>
          <p:nvPr>
            <p:ph idx="1" type="body"/>
          </p:nvPr>
        </p:nvSpPr>
        <p:spPr>
          <a:xfrm>
            <a:off x="640079" y="1554480"/>
            <a:ext cx="3840600" cy="1205100"/>
          </a:xfrm>
          <a:prstGeom prst="rect">
            <a:avLst/>
          </a:prstGeom>
          <a:noFill/>
          <a:ln>
            <a:noFill/>
          </a:ln>
        </p:spPr>
        <p:txBody>
          <a:bodyPr anchorCtr="0" anchor="t" bIns="0" lIns="0" spcFirstLastPara="1" rIns="36575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85" name="Google Shape;185;p28"/>
          <p:cNvSpPr txBox="1"/>
          <p:nvPr>
            <p:ph idx="2" type="body"/>
          </p:nvPr>
        </p:nvSpPr>
        <p:spPr>
          <a:xfrm>
            <a:off x="640080" y="1188720"/>
            <a:ext cx="3840600" cy="219600"/>
          </a:xfrm>
          <a:prstGeom prst="rect">
            <a:avLst/>
          </a:prstGeom>
          <a:noFill/>
          <a:ln>
            <a:noFill/>
          </a:ln>
        </p:spPr>
        <p:txBody>
          <a:bodyPr anchorCtr="0" anchor="t" bIns="0" lIns="0" spcFirstLastPara="1" rIns="36575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86" name="Google Shape;186;p28"/>
          <p:cNvSpPr/>
          <p:nvPr>
            <p:ph idx="3" type="pic"/>
          </p:nvPr>
        </p:nvSpPr>
        <p:spPr>
          <a:xfrm>
            <a:off x="4480559" y="1188720"/>
            <a:ext cx="3931800" cy="3291900"/>
          </a:xfrm>
          <a:prstGeom prst="rect">
            <a:avLst/>
          </a:prstGeom>
          <a:solidFill>
            <a:srgbClr val="DBE7F5"/>
          </a:solidFill>
          <a:ln>
            <a:noFill/>
          </a:ln>
        </p:spPr>
      </p:sp>
      <p:sp>
        <p:nvSpPr>
          <p:cNvPr id="187" name="Google Shape;187;p28"/>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two images">
  <p:cSld name="Header w/two images">
    <p:spTree>
      <p:nvGrpSpPr>
        <p:cNvPr id="188" name="Shape 188"/>
        <p:cNvGrpSpPr/>
        <p:nvPr/>
      </p:nvGrpSpPr>
      <p:grpSpPr>
        <a:xfrm>
          <a:off x="0" y="0"/>
          <a:ext cx="0" cy="0"/>
          <a:chOff x="0" y="0"/>
          <a:chExt cx="0" cy="0"/>
        </a:xfrm>
      </p:grpSpPr>
      <p:sp>
        <p:nvSpPr>
          <p:cNvPr id="189" name="Google Shape;189;p29"/>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90" name="Google Shape;190;p29"/>
          <p:cNvSpPr/>
          <p:nvPr>
            <p:ph idx="2" type="pic"/>
          </p:nvPr>
        </p:nvSpPr>
        <p:spPr>
          <a:xfrm>
            <a:off x="639952" y="1188720"/>
            <a:ext cx="3749100" cy="2057400"/>
          </a:xfrm>
          <a:prstGeom prst="rect">
            <a:avLst/>
          </a:prstGeom>
          <a:solidFill>
            <a:srgbClr val="DBE7F5"/>
          </a:solidFill>
          <a:ln>
            <a:noFill/>
          </a:ln>
        </p:spPr>
      </p:sp>
      <p:sp>
        <p:nvSpPr>
          <p:cNvPr id="191" name="Google Shape;191;p29"/>
          <p:cNvSpPr txBox="1"/>
          <p:nvPr>
            <p:ph idx="1" type="body"/>
          </p:nvPr>
        </p:nvSpPr>
        <p:spPr>
          <a:xfrm>
            <a:off x="640080" y="3291840"/>
            <a:ext cx="3749100" cy="82290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92" name="Google Shape;192;p29"/>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p29"/>
          <p:cNvSpPr/>
          <p:nvPr>
            <p:ph idx="3" type="pic"/>
          </p:nvPr>
        </p:nvSpPr>
        <p:spPr>
          <a:xfrm>
            <a:off x="4663440" y="1188720"/>
            <a:ext cx="3749100" cy="2057400"/>
          </a:xfrm>
          <a:prstGeom prst="rect">
            <a:avLst/>
          </a:prstGeom>
          <a:solidFill>
            <a:srgbClr val="DBE7F5"/>
          </a:solidFill>
          <a:ln>
            <a:noFill/>
          </a:ln>
        </p:spPr>
      </p:sp>
      <p:sp>
        <p:nvSpPr>
          <p:cNvPr id="194" name="Google Shape;194;p29"/>
          <p:cNvSpPr txBox="1"/>
          <p:nvPr>
            <p:ph idx="4" type="body"/>
          </p:nvPr>
        </p:nvSpPr>
        <p:spPr>
          <a:xfrm>
            <a:off x="4663440" y="3291840"/>
            <a:ext cx="3749100" cy="82290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header w/two captioned images captions">
  <p:cSld name="Small header w/two captioned images captions">
    <p:spTree>
      <p:nvGrpSpPr>
        <p:cNvPr id="195" name="Shape 195"/>
        <p:cNvGrpSpPr/>
        <p:nvPr/>
      </p:nvGrpSpPr>
      <p:grpSpPr>
        <a:xfrm>
          <a:off x="0" y="0"/>
          <a:ext cx="0" cy="0"/>
          <a:chOff x="0" y="0"/>
          <a:chExt cx="0" cy="0"/>
        </a:xfrm>
      </p:grpSpPr>
      <p:sp>
        <p:nvSpPr>
          <p:cNvPr id="196" name="Google Shape;196;p30"/>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97" name="Google Shape;197;p30"/>
          <p:cNvSpPr/>
          <p:nvPr/>
        </p:nvSpPr>
        <p:spPr>
          <a:xfrm>
            <a:off x="0" y="0"/>
            <a:ext cx="9144000" cy="1168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Helvetica Neue"/>
              <a:ea typeface="Helvetica Neue"/>
              <a:cs typeface="Helvetica Neue"/>
              <a:sym typeface="Helvetica Neue"/>
            </a:endParaRPr>
          </a:p>
        </p:txBody>
      </p:sp>
      <p:sp>
        <p:nvSpPr>
          <p:cNvPr id="198" name="Google Shape;198;p30"/>
          <p:cNvSpPr txBox="1"/>
          <p:nvPr/>
        </p:nvSpPr>
        <p:spPr>
          <a:xfrm>
            <a:off x="640079" y="365760"/>
            <a:ext cx="7772400" cy="2742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58595B"/>
              </a:buClr>
              <a:buSzPts val="1800"/>
              <a:buFont typeface="Helvetica Neue"/>
              <a:buNone/>
            </a:pPr>
            <a:r>
              <a:rPr b="1" i="0" lang="en-US" sz="1800">
                <a:solidFill>
                  <a:srgbClr val="58595B"/>
                </a:solidFill>
                <a:latin typeface="Helvetica Neue"/>
                <a:ea typeface="Helvetica Neue"/>
                <a:cs typeface="Helvetica Neue"/>
                <a:sym typeface="Helvetica Neue"/>
              </a:rPr>
              <a:t>Small Header w/two captioned images</a:t>
            </a:r>
            <a:endParaRPr/>
          </a:p>
        </p:txBody>
      </p:sp>
      <p:sp>
        <p:nvSpPr>
          <p:cNvPr id="199" name="Google Shape;199;p30"/>
          <p:cNvSpPr/>
          <p:nvPr/>
        </p:nvSpPr>
        <p:spPr>
          <a:xfrm>
            <a:off x="640080" y="673649"/>
            <a:ext cx="7772400" cy="36600"/>
          </a:xfrm>
          <a:prstGeom prst="rect">
            <a:avLst/>
          </a:prstGeom>
          <a:solidFill>
            <a:srgbClr val="2774AE"/>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sp>
        <p:nvSpPr>
          <p:cNvPr id="200" name="Google Shape;200;p30"/>
          <p:cNvSpPr txBox="1"/>
          <p:nvPr>
            <p:ph idx="1" type="body"/>
          </p:nvPr>
        </p:nvSpPr>
        <p:spPr>
          <a:xfrm>
            <a:off x="639950" y="4114800"/>
            <a:ext cx="3749100" cy="134100"/>
          </a:xfrm>
          <a:prstGeom prst="rect">
            <a:avLst/>
          </a:prstGeom>
          <a:noFill/>
          <a:ln>
            <a:noFill/>
          </a:ln>
        </p:spPr>
        <p:txBody>
          <a:bodyPr anchorCtr="0" anchor="t" bIns="0" lIns="0" spcFirstLastPara="1" rIns="0" wrap="square" tIns="0">
            <a:spAutoFit/>
          </a:bodyPr>
          <a:lstStyle>
            <a:lvl1pPr indent="-228600" lvl="0" marL="457200" algn="l">
              <a:lnSpc>
                <a:spcPct val="137500"/>
              </a:lnSpc>
              <a:spcBef>
                <a:spcPts val="750"/>
              </a:spcBef>
              <a:spcAft>
                <a:spcPts val="0"/>
              </a:spcAft>
              <a:buClr>
                <a:srgbClr val="58595B"/>
              </a:buClr>
              <a:buSzPts val="800"/>
              <a:buNone/>
              <a:defRPr sz="800">
                <a:latin typeface="Helvetica Neue"/>
                <a:ea typeface="Helvetica Neue"/>
                <a:cs typeface="Helvetica Neue"/>
                <a:sym typeface="Helvetica Neue"/>
              </a:defRPr>
            </a:lvl1pPr>
            <a:lvl2pPr indent="-279400" lvl="1" marL="9144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2pPr>
            <a:lvl3pPr indent="-279400" lvl="2" marL="13716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3pPr>
            <a:lvl4pPr indent="-279400" lvl="3" marL="18288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4pPr>
            <a:lvl5pPr indent="-279400" lvl="4" marL="22860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01" name="Google Shape;201;p30"/>
          <p:cNvSpPr/>
          <p:nvPr/>
        </p:nvSpPr>
        <p:spPr>
          <a:xfrm>
            <a:off x="0" y="0"/>
            <a:ext cx="9144000" cy="1168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Helvetica Neue"/>
              <a:ea typeface="Helvetica Neue"/>
              <a:cs typeface="Helvetica Neue"/>
              <a:sym typeface="Helvetica Neue"/>
            </a:endParaRPr>
          </a:p>
        </p:txBody>
      </p:sp>
      <p:sp>
        <p:nvSpPr>
          <p:cNvPr id="202" name="Google Shape;202;p30"/>
          <p:cNvSpPr txBox="1"/>
          <p:nvPr/>
        </p:nvSpPr>
        <p:spPr>
          <a:xfrm>
            <a:off x="640079" y="365760"/>
            <a:ext cx="7772400" cy="2742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58595B"/>
              </a:buClr>
              <a:buSzPts val="1800"/>
              <a:buFont typeface="Helvetica Neue"/>
              <a:buNone/>
            </a:pPr>
            <a:r>
              <a:rPr b="1" i="0" lang="en-US" sz="1800">
                <a:solidFill>
                  <a:srgbClr val="58595B"/>
                </a:solidFill>
                <a:latin typeface="Helvetica Neue"/>
                <a:ea typeface="Helvetica Neue"/>
                <a:cs typeface="Helvetica Neue"/>
                <a:sym typeface="Helvetica Neue"/>
              </a:rPr>
              <a:t>Small Header w/two captioned images</a:t>
            </a:r>
            <a:endParaRPr/>
          </a:p>
        </p:txBody>
      </p:sp>
      <p:sp>
        <p:nvSpPr>
          <p:cNvPr id="203" name="Google Shape;203;p30"/>
          <p:cNvSpPr/>
          <p:nvPr/>
        </p:nvSpPr>
        <p:spPr>
          <a:xfrm>
            <a:off x="640080" y="673649"/>
            <a:ext cx="7772400" cy="36600"/>
          </a:xfrm>
          <a:prstGeom prst="rect">
            <a:avLst/>
          </a:prstGeom>
          <a:solidFill>
            <a:srgbClr val="2774AE"/>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sp>
        <p:nvSpPr>
          <p:cNvPr id="204" name="Google Shape;204;p30"/>
          <p:cNvSpPr/>
          <p:nvPr>
            <p:ph idx="2" type="pic"/>
          </p:nvPr>
        </p:nvSpPr>
        <p:spPr>
          <a:xfrm>
            <a:off x="639951" y="1038977"/>
            <a:ext cx="3749100" cy="3017400"/>
          </a:xfrm>
          <a:prstGeom prst="rect">
            <a:avLst/>
          </a:prstGeom>
          <a:solidFill>
            <a:srgbClr val="DBE7F5"/>
          </a:solidFill>
          <a:ln>
            <a:noFill/>
          </a:ln>
        </p:spPr>
      </p:sp>
      <p:sp>
        <p:nvSpPr>
          <p:cNvPr id="205" name="Google Shape;205;p30"/>
          <p:cNvSpPr txBox="1"/>
          <p:nvPr>
            <p:ph idx="3" type="body"/>
          </p:nvPr>
        </p:nvSpPr>
        <p:spPr>
          <a:xfrm>
            <a:off x="4663439" y="4114800"/>
            <a:ext cx="3749100" cy="134100"/>
          </a:xfrm>
          <a:prstGeom prst="rect">
            <a:avLst/>
          </a:prstGeom>
          <a:noFill/>
          <a:ln>
            <a:noFill/>
          </a:ln>
        </p:spPr>
        <p:txBody>
          <a:bodyPr anchorCtr="0" anchor="t" bIns="0" lIns="0" spcFirstLastPara="1" rIns="0" wrap="square" tIns="0">
            <a:spAutoFit/>
          </a:bodyPr>
          <a:lstStyle>
            <a:lvl1pPr indent="-228600" lvl="0" marL="457200" algn="l">
              <a:lnSpc>
                <a:spcPct val="137500"/>
              </a:lnSpc>
              <a:spcBef>
                <a:spcPts val="750"/>
              </a:spcBef>
              <a:spcAft>
                <a:spcPts val="0"/>
              </a:spcAft>
              <a:buClr>
                <a:srgbClr val="58595B"/>
              </a:buClr>
              <a:buSzPts val="800"/>
              <a:buNone/>
              <a:defRPr sz="800">
                <a:latin typeface="Helvetica Neue"/>
                <a:ea typeface="Helvetica Neue"/>
                <a:cs typeface="Helvetica Neue"/>
                <a:sym typeface="Helvetica Neue"/>
              </a:defRPr>
            </a:lvl1pPr>
            <a:lvl2pPr indent="-279400" lvl="1" marL="9144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2pPr>
            <a:lvl3pPr indent="-279400" lvl="2" marL="13716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3pPr>
            <a:lvl4pPr indent="-279400" lvl="3" marL="18288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4pPr>
            <a:lvl5pPr indent="-279400" lvl="4" marL="22860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06" name="Google Shape;206;p30"/>
          <p:cNvSpPr/>
          <p:nvPr>
            <p:ph idx="4" type="pic"/>
          </p:nvPr>
        </p:nvSpPr>
        <p:spPr>
          <a:xfrm>
            <a:off x="4663440" y="1038977"/>
            <a:ext cx="3749100" cy="3017400"/>
          </a:xfrm>
          <a:prstGeom prst="rect">
            <a:avLst/>
          </a:prstGeom>
          <a:solidFill>
            <a:srgbClr val="DBE7F5"/>
          </a:solid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three images">
  <p:cSld name="Header w/three images">
    <p:spTree>
      <p:nvGrpSpPr>
        <p:cNvPr id="207" name="Shape 207"/>
        <p:cNvGrpSpPr/>
        <p:nvPr/>
      </p:nvGrpSpPr>
      <p:grpSpPr>
        <a:xfrm>
          <a:off x="0" y="0"/>
          <a:ext cx="0" cy="0"/>
          <a:chOff x="0" y="0"/>
          <a:chExt cx="0" cy="0"/>
        </a:xfrm>
      </p:grpSpPr>
      <p:sp>
        <p:nvSpPr>
          <p:cNvPr id="208" name="Google Shape;208;p31"/>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209" name="Google Shape;209;p31"/>
          <p:cNvSpPr/>
          <p:nvPr>
            <p:ph idx="2" type="pic"/>
          </p:nvPr>
        </p:nvSpPr>
        <p:spPr>
          <a:xfrm>
            <a:off x="639952" y="1188720"/>
            <a:ext cx="2469000" cy="2057400"/>
          </a:xfrm>
          <a:prstGeom prst="rect">
            <a:avLst/>
          </a:prstGeom>
          <a:solidFill>
            <a:srgbClr val="DBE7F5"/>
          </a:solidFill>
          <a:ln>
            <a:noFill/>
          </a:ln>
        </p:spPr>
      </p:sp>
      <p:sp>
        <p:nvSpPr>
          <p:cNvPr id="210" name="Google Shape;210;p31"/>
          <p:cNvSpPr txBox="1"/>
          <p:nvPr>
            <p:ph idx="1" type="body"/>
          </p:nvPr>
        </p:nvSpPr>
        <p:spPr>
          <a:xfrm>
            <a:off x="5943600" y="3291840"/>
            <a:ext cx="2469000" cy="100590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11" name="Google Shape;211;p31"/>
          <p:cNvSpPr/>
          <p:nvPr>
            <p:ph idx="3" type="pic"/>
          </p:nvPr>
        </p:nvSpPr>
        <p:spPr>
          <a:xfrm>
            <a:off x="5943600" y="1188720"/>
            <a:ext cx="2469000" cy="2057400"/>
          </a:xfrm>
          <a:prstGeom prst="rect">
            <a:avLst/>
          </a:prstGeom>
          <a:solidFill>
            <a:srgbClr val="DBE7F5"/>
          </a:solidFill>
          <a:ln>
            <a:noFill/>
          </a:ln>
        </p:spPr>
      </p:sp>
      <p:sp>
        <p:nvSpPr>
          <p:cNvPr id="212" name="Google Shape;212;p31"/>
          <p:cNvSpPr txBox="1"/>
          <p:nvPr>
            <p:ph idx="4" type="body"/>
          </p:nvPr>
        </p:nvSpPr>
        <p:spPr>
          <a:xfrm>
            <a:off x="3291840" y="3291840"/>
            <a:ext cx="2469000" cy="100590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13" name="Google Shape;213;p31"/>
          <p:cNvSpPr/>
          <p:nvPr>
            <p:ph idx="5" type="pic"/>
          </p:nvPr>
        </p:nvSpPr>
        <p:spPr>
          <a:xfrm>
            <a:off x="3291776" y="1188720"/>
            <a:ext cx="2469000" cy="2057400"/>
          </a:xfrm>
          <a:prstGeom prst="rect">
            <a:avLst/>
          </a:prstGeom>
          <a:solidFill>
            <a:srgbClr val="DBE7F5"/>
          </a:solidFill>
          <a:ln>
            <a:noFill/>
          </a:ln>
        </p:spPr>
      </p:sp>
      <p:sp>
        <p:nvSpPr>
          <p:cNvPr id="214" name="Google Shape;214;p31"/>
          <p:cNvSpPr txBox="1"/>
          <p:nvPr>
            <p:ph idx="6" type="body"/>
          </p:nvPr>
        </p:nvSpPr>
        <p:spPr>
          <a:xfrm>
            <a:off x="640080" y="3291840"/>
            <a:ext cx="2469000" cy="100590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15" name="Google Shape;215;p31"/>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wide image">
  <p:cSld name="Header/wide image">
    <p:spTree>
      <p:nvGrpSpPr>
        <p:cNvPr id="216" name="Shape 216"/>
        <p:cNvGrpSpPr/>
        <p:nvPr/>
      </p:nvGrpSpPr>
      <p:grpSpPr>
        <a:xfrm>
          <a:off x="0" y="0"/>
          <a:ext cx="0" cy="0"/>
          <a:chOff x="0" y="0"/>
          <a:chExt cx="0" cy="0"/>
        </a:xfrm>
      </p:grpSpPr>
      <p:sp>
        <p:nvSpPr>
          <p:cNvPr id="217" name="Google Shape;217;p32"/>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218" name="Google Shape;218;p32"/>
          <p:cNvSpPr txBox="1"/>
          <p:nvPr>
            <p:ph idx="1" type="body"/>
          </p:nvPr>
        </p:nvSpPr>
        <p:spPr>
          <a:xfrm>
            <a:off x="640080" y="3657600"/>
            <a:ext cx="7772400" cy="64020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19" name="Google Shape;219;p32"/>
          <p:cNvSpPr/>
          <p:nvPr>
            <p:ph idx="2" type="pic"/>
          </p:nvPr>
        </p:nvSpPr>
        <p:spPr>
          <a:xfrm>
            <a:off x="640080" y="1188720"/>
            <a:ext cx="7772400" cy="2423100"/>
          </a:xfrm>
          <a:prstGeom prst="rect">
            <a:avLst/>
          </a:prstGeom>
          <a:solidFill>
            <a:srgbClr val="DBE7F5"/>
          </a:solidFill>
          <a:ln>
            <a:noFill/>
          </a:ln>
        </p:spPr>
      </p:sp>
      <p:sp>
        <p:nvSpPr>
          <p:cNvPr id="220" name="Google Shape;220;p32"/>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Header w/video">
  <p:cSld name="1_Header w/video">
    <p:spTree>
      <p:nvGrpSpPr>
        <p:cNvPr id="221" name="Shape 221"/>
        <p:cNvGrpSpPr/>
        <p:nvPr/>
      </p:nvGrpSpPr>
      <p:grpSpPr>
        <a:xfrm>
          <a:off x="0" y="0"/>
          <a:ext cx="0" cy="0"/>
          <a:chOff x="0" y="0"/>
          <a:chExt cx="0" cy="0"/>
        </a:xfrm>
      </p:grpSpPr>
      <p:sp>
        <p:nvSpPr>
          <p:cNvPr id="222" name="Google Shape;222;p33"/>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223" name="Google Shape;223;p33"/>
          <p:cNvSpPr/>
          <p:nvPr>
            <p:ph idx="2" type="pic"/>
          </p:nvPr>
        </p:nvSpPr>
        <p:spPr>
          <a:xfrm>
            <a:off x="1828800" y="1188720"/>
            <a:ext cx="5486400" cy="3017400"/>
          </a:xfrm>
          <a:prstGeom prst="rect">
            <a:avLst/>
          </a:prstGeom>
          <a:solidFill>
            <a:srgbClr val="DBE7F5"/>
          </a:solidFill>
          <a:ln>
            <a:noFill/>
          </a:ln>
        </p:spPr>
      </p:sp>
      <p:sp>
        <p:nvSpPr>
          <p:cNvPr id="224" name="Google Shape;224;p33"/>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video and copy">
  <p:cSld name="Header w/video and copy">
    <p:spTree>
      <p:nvGrpSpPr>
        <p:cNvPr id="225" name="Shape 225"/>
        <p:cNvGrpSpPr/>
        <p:nvPr/>
      </p:nvGrpSpPr>
      <p:grpSpPr>
        <a:xfrm>
          <a:off x="0" y="0"/>
          <a:ext cx="0" cy="0"/>
          <a:chOff x="0" y="0"/>
          <a:chExt cx="0" cy="0"/>
        </a:xfrm>
      </p:grpSpPr>
      <p:sp>
        <p:nvSpPr>
          <p:cNvPr id="226" name="Google Shape;226;p34"/>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227" name="Google Shape;227;p34"/>
          <p:cNvSpPr txBox="1"/>
          <p:nvPr>
            <p:ph idx="1" type="body"/>
          </p:nvPr>
        </p:nvSpPr>
        <p:spPr>
          <a:xfrm>
            <a:off x="5669280" y="1554480"/>
            <a:ext cx="2743200" cy="1005900"/>
          </a:xfrm>
          <a:prstGeom prst="rect">
            <a:avLst/>
          </a:prstGeom>
          <a:noFill/>
          <a:ln>
            <a:noFill/>
          </a:ln>
        </p:spPr>
        <p:txBody>
          <a:bodyPr anchorCtr="0" anchor="t" bIns="0" lIns="36575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28" name="Google Shape;228;p34"/>
          <p:cNvSpPr txBox="1"/>
          <p:nvPr>
            <p:ph idx="2" type="body"/>
          </p:nvPr>
        </p:nvSpPr>
        <p:spPr>
          <a:xfrm>
            <a:off x="5669280" y="1188720"/>
            <a:ext cx="2743200" cy="215400"/>
          </a:xfrm>
          <a:prstGeom prst="rect">
            <a:avLst/>
          </a:prstGeom>
          <a:noFill/>
          <a:ln>
            <a:noFill/>
          </a:ln>
        </p:spPr>
        <p:txBody>
          <a:bodyPr anchorCtr="0" anchor="t" bIns="0" lIns="36575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29" name="Google Shape;229;p34"/>
          <p:cNvSpPr/>
          <p:nvPr>
            <p:ph idx="3" type="media"/>
          </p:nvPr>
        </p:nvSpPr>
        <p:spPr>
          <a:xfrm>
            <a:off x="640080" y="1188720"/>
            <a:ext cx="5029200" cy="2834700"/>
          </a:xfrm>
          <a:prstGeom prst="rect">
            <a:avLst/>
          </a:prstGeom>
          <a:solidFill>
            <a:srgbClr val="DBE7F5"/>
          </a:solidFill>
          <a:ln>
            <a:noFill/>
          </a:ln>
        </p:spPr>
        <p:txBody>
          <a:bodyPr anchorCtr="1" anchor="t" bIns="0" lIns="0" spcFirstLastPara="1" rIns="0" wrap="square" tIns="0">
            <a:noAutofit/>
          </a:bodyPr>
          <a:lstStyle>
            <a:lvl1pPr lvl="0" marR="0" algn="ctr">
              <a:lnSpc>
                <a:spcPct val="90000"/>
              </a:lnSpc>
              <a:spcBef>
                <a:spcPts val="750"/>
              </a:spcBef>
              <a:spcAft>
                <a:spcPts val="0"/>
              </a:spcAft>
              <a:buClr>
                <a:srgbClr val="898989"/>
              </a:buClr>
              <a:buSzPts val="1400"/>
              <a:buFont typeface="Arial"/>
              <a:buNone/>
              <a:defRPr b="0" i="0" sz="1400" u="none" cap="none" strike="noStrike">
                <a:solidFill>
                  <a:srgbClr val="898989"/>
                </a:solidFill>
                <a:latin typeface="Helvetica Neue"/>
                <a:ea typeface="Helvetica Neue"/>
                <a:cs typeface="Helvetica Neue"/>
                <a:sym typeface="Helvetica Neue"/>
              </a:defRPr>
            </a:lvl1pPr>
            <a:lvl2pPr lvl="1" marR="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
        <p:nvSpPr>
          <p:cNvPr id="230" name="Google Shape;230;p34"/>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white background">
  <p:cSld name="Statement w/white background">
    <p:spTree>
      <p:nvGrpSpPr>
        <p:cNvPr id="231" name="Shape 231"/>
        <p:cNvGrpSpPr/>
        <p:nvPr/>
      </p:nvGrpSpPr>
      <p:grpSpPr>
        <a:xfrm>
          <a:off x="0" y="0"/>
          <a:ext cx="0" cy="0"/>
          <a:chOff x="0" y="0"/>
          <a:chExt cx="0" cy="0"/>
        </a:xfrm>
      </p:grpSpPr>
      <p:sp>
        <p:nvSpPr>
          <p:cNvPr id="232" name="Google Shape;232;p35"/>
          <p:cNvSpPr/>
          <p:nvPr/>
        </p:nvSpPr>
        <p:spPr>
          <a:xfrm>
            <a:off x="0" y="1"/>
            <a:ext cx="9144000" cy="4599300"/>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4000">
              <a:solidFill>
                <a:schemeClr val="lt1"/>
              </a:solidFill>
              <a:latin typeface="Helvetica Neue"/>
              <a:ea typeface="Helvetica Neue"/>
              <a:cs typeface="Helvetica Neue"/>
              <a:sym typeface="Helvetica Neue"/>
            </a:endParaRPr>
          </a:p>
        </p:txBody>
      </p:sp>
      <p:sp>
        <p:nvSpPr>
          <p:cNvPr id="233" name="Google Shape;233;p35"/>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234" name="Google Shape;234;p35"/>
          <p:cNvSpPr txBox="1"/>
          <p:nvPr>
            <p:ph idx="1" type="body"/>
          </p:nvPr>
        </p:nvSpPr>
        <p:spPr>
          <a:xfrm>
            <a:off x="1371600" y="1371600"/>
            <a:ext cx="6400800" cy="1665000"/>
          </a:xfrm>
          <a:prstGeom prst="rect">
            <a:avLst/>
          </a:prstGeom>
          <a:noFill/>
          <a:ln>
            <a:noFill/>
          </a:ln>
        </p:spPr>
        <p:txBody>
          <a:bodyPr anchorCtr="0" anchor="ctr" bIns="0" lIns="0" spcFirstLastPara="1" rIns="0" wrap="square" tIns="0">
            <a:spAutoFit/>
          </a:bodyPr>
          <a:lstStyle>
            <a:lvl1pPr indent="-228600" lvl="0" marL="457200" algn="ctr">
              <a:lnSpc>
                <a:spcPct val="90000"/>
              </a:lnSpc>
              <a:spcBef>
                <a:spcPts val="750"/>
              </a:spcBef>
              <a:spcAft>
                <a:spcPts val="0"/>
              </a:spcAft>
              <a:buClr>
                <a:srgbClr val="2774AE"/>
              </a:buClr>
              <a:buSzPts val="4000"/>
              <a:buNone/>
              <a:defRPr sz="4000">
                <a:solidFill>
                  <a:srgbClr val="2774AE"/>
                </a:solidFill>
              </a:defRPr>
            </a:lvl1pPr>
            <a:lvl2pPr indent="-228600" lvl="1" marL="914400" algn="ctr">
              <a:lnSpc>
                <a:spcPct val="90000"/>
              </a:lnSpc>
              <a:spcBef>
                <a:spcPts val="375"/>
              </a:spcBef>
              <a:spcAft>
                <a:spcPts val="0"/>
              </a:spcAft>
              <a:buClr>
                <a:srgbClr val="2774AE"/>
              </a:buClr>
              <a:buSzPts val="4000"/>
              <a:buNone/>
              <a:defRPr sz="4000">
                <a:solidFill>
                  <a:srgbClr val="2774AE"/>
                </a:solidFill>
              </a:defRPr>
            </a:lvl2pPr>
            <a:lvl3pPr indent="-228600" lvl="2" marL="1371600" algn="ctr">
              <a:lnSpc>
                <a:spcPct val="90000"/>
              </a:lnSpc>
              <a:spcBef>
                <a:spcPts val="375"/>
              </a:spcBef>
              <a:spcAft>
                <a:spcPts val="0"/>
              </a:spcAft>
              <a:buClr>
                <a:srgbClr val="2774AE"/>
              </a:buClr>
              <a:buSzPts val="4000"/>
              <a:buNone/>
              <a:defRPr sz="4000">
                <a:solidFill>
                  <a:srgbClr val="2774AE"/>
                </a:solidFill>
              </a:defRPr>
            </a:lvl3pPr>
            <a:lvl4pPr indent="-228600" lvl="3" marL="1828800" algn="ctr">
              <a:lnSpc>
                <a:spcPct val="90000"/>
              </a:lnSpc>
              <a:spcBef>
                <a:spcPts val="375"/>
              </a:spcBef>
              <a:spcAft>
                <a:spcPts val="0"/>
              </a:spcAft>
              <a:buClr>
                <a:srgbClr val="2774AE"/>
              </a:buClr>
              <a:buSzPts val="4000"/>
              <a:buNone/>
              <a:defRPr sz="4000">
                <a:solidFill>
                  <a:srgbClr val="2774AE"/>
                </a:solidFill>
              </a:defRPr>
            </a:lvl4pPr>
            <a:lvl5pPr indent="-228600" lvl="4" marL="2286000" algn="ctr">
              <a:lnSpc>
                <a:spcPct val="90000"/>
              </a:lnSpc>
              <a:spcBef>
                <a:spcPts val="375"/>
              </a:spcBef>
              <a:spcAft>
                <a:spcPts val="0"/>
              </a:spcAft>
              <a:buClr>
                <a:srgbClr val="2774AE"/>
              </a:buClr>
              <a:buSzPts val="4000"/>
              <a:buNone/>
              <a:defRPr sz="4000">
                <a:solidFill>
                  <a:srgbClr val="2774AE"/>
                </a:solidFill>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hank You">
  <p:cSld name="1_Thank You">
    <p:spTree>
      <p:nvGrpSpPr>
        <p:cNvPr id="235" name="Shape 235"/>
        <p:cNvGrpSpPr/>
        <p:nvPr/>
      </p:nvGrpSpPr>
      <p:grpSpPr>
        <a:xfrm>
          <a:off x="0" y="0"/>
          <a:ext cx="0" cy="0"/>
          <a:chOff x="0" y="0"/>
          <a:chExt cx="0" cy="0"/>
        </a:xfrm>
      </p:grpSpPr>
      <p:sp>
        <p:nvSpPr>
          <p:cNvPr id="236" name="Google Shape;236;p36"/>
          <p:cNvSpPr/>
          <p:nvPr/>
        </p:nvSpPr>
        <p:spPr>
          <a:xfrm>
            <a:off x="0" y="0"/>
            <a:ext cx="9144000" cy="4572000"/>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4000">
              <a:solidFill>
                <a:schemeClr val="lt1"/>
              </a:solidFill>
              <a:latin typeface="Helvetica Neue"/>
              <a:ea typeface="Helvetica Neue"/>
              <a:cs typeface="Helvetica Neue"/>
              <a:sym typeface="Helvetica Neue"/>
            </a:endParaRPr>
          </a:p>
        </p:txBody>
      </p:sp>
      <p:sp>
        <p:nvSpPr>
          <p:cNvPr id="237" name="Google Shape;237;p36"/>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US"/>
              <a:t>‹#›</a:t>
            </a:fld>
            <a:endParaRPr/>
          </a:p>
        </p:txBody>
      </p:sp>
      <p:pic>
        <p:nvPicPr>
          <p:cNvPr id="238" name="Google Shape;238;p36"/>
          <p:cNvPicPr preferRelativeResize="0"/>
          <p:nvPr/>
        </p:nvPicPr>
        <p:blipFill rotWithShape="1">
          <a:blip r:embed="rId2">
            <a:alphaModFix/>
          </a:blip>
          <a:srcRect b="0" l="0" r="0" t="0"/>
          <a:stretch/>
        </p:blipFill>
        <p:spPr>
          <a:xfrm>
            <a:off x="2281646" y="2282017"/>
            <a:ext cx="4580708" cy="57946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 Type="http://schemas.openxmlformats.org/officeDocument/2006/relationships/image" Target="../media/image5.png"/><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7" Type="http://schemas.openxmlformats.org/officeDocument/2006/relationships/slideLayout" Target="../slideLayouts/slideLayout33.xml"/><Relationship Id="rId16" Type="http://schemas.openxmlformats.org/officeDocument/2006/relationships/slideLayout" Target="../slideLayouts/slideLayout32.xml"/><Relationship Id="rId5" Type="http://schemas.openxmlformats.org/officeDocument/2006/relationships/slideLayout" Target="../slideLayouts/slideLayout21.xml"/><Relationship Id="rId19" Type="http://schemas.openxmlformats.org/officeDocument/2006/relationships/theme" Target="../theme/theme2.xml"/><Relationship Id="rId6" Type="http://schemas.openxmlformats.org/officeDocument/2006/relationships/slideLayout" Target="../slideLayouts/slideLayout22.xml"/><Relationship Id="rId18" Type="http://schemas.openxmlformats.org/officeDocument/2006/relationships/slideLayout" Target="../slideLayouts/slideLayout34.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342900" y="4616606"/>
            <a:ext cx="1372689" cy="265966"/>
          </a:xfrm>
          <a:prstGeom prst="rect">
            <a:avLst/>
          </a:prstGeom>
          <a:noFill/>
          <a:ln>
            <a:noFill/>
          </a:ln>
        </p:spPr>
      </p:pic>
      <p:sp>
        <p:nvSpPr>
          <p:cNvPr id="11" name="Google Shape;11;p1"/>
          <p:cNvSpPr/>
          <p:nvPr/>
        </p:nvSpPr>
        <p:spPr>
          <a:xfrm>
            <a:off x="640080" y="821642"/>
            <a:ext cx="7772400" cy="36576"/>
          </a:xfrm>
          <a:prstGeom prst="rect">
            <a:avLst/>
          </a:prstGeom>
          <a:solidFill>
            <a:srgbClr val="2774AE"/>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u="none" cap="none" strike="noStrike">
              <a:solidFill>
                <a:schemeClr val="lt1"/>
              </a:solidFill>
              <a:latin typeface="Helvetica Neue"/>
              <a:ea typeface="Helvetica Neue"/>
              <a:cs typeface="Helvetica Neue"/>
              <a:sym typeface="Helvetica Neue"/>
            </a:endParaRPr>
          </a:p>
        </p:txBody>
      </p:sp>
      <p:sp>
        <p:nvSpPr>
          <p:cNvPr id="12" name="Google Shape;12;p1"/>
          <p:cNvSpPr txBox="1"/>
          <p:nvPr>
            <p:ph type="title"/>
          </p:nvPr>
        </p:nvSpPr>
        <p:spPr>
          <a:xfrm>
            <a:off x="640079" y="367401"/>
            <a:ext cx="7772400" cy="389979"/>
          </a:xfrm>
          <a:prstGeom prst="rect">
            <a:avLst/>
          </a:prstGeom>
          <a:noFill/>
          <a:ln>
            <a:noFill/>
          </a:ln>
        </p:spPr>
        <p:txBody>
          <a:bodyPr anchorCtr="0" anchor="b" bIns="0" lIns="0" spcFirstLastPara="1" rIns="0" wrap="square" tIns="0">
            <a:spAutoFit/>
          </a:bodyPr>
          <a:lstStyle>
            <a:lvl1pPr lvl="0" marR="0" rtl="0" algn="l">
              <a:lnSpc>
                <a:spcPct val="90000"/>
              </a:lnSpc>
              <a:spcBef>
                <a:spcPts val="0"/>
              </a:spcBef>
              <a:spcAft>
                <a:spcPts val="0"/>
              </a:spcAft>
              <a:buClr>
                <a:srgbClr val="58595B"/>
              </a:buClr>
              <a:buSzPts val="2800"/>
              <a:buFont typeface="Helvetica Neue"/>
              <a:buNone/>
              <a:defRPr b="1" i="0" sz="2800" u="none" cap="none" strike="noStrike">
                <a:solidFill>
                  <a:srgbClr val="58595B"/>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2" type="sldNum"/>
          </p:nvPr>
        </p:nvSpPr>
        <p:spPr>
          <a:xfrm>
            <a:off x="8686800" y="4754880"/>
            <a:ext cx="457200" cy="365760"/>
          </a:xfrm>
          <a:prstGeom prst="rect">
            <a:avLst/>
          </a:prstGeom>
          <a:noFill/>
          <a:ln>
            <a:noFill/>
          </a:ln>
        </p:spPr>
        <p:txBody>
          <a:bodyPr anchorCtr="0" anchor="t" bIns="256025" lIns="0" spcFirstLastPara="1" rIns="0" wrap="square" tIns="0">
            <a:spAutoFit/>
          </a:bodyPr>
          <a:lstStyle>
            <a:lvl1pPr indent="0" lvl="0"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1pPr>
            <a:lvl2pPr indent="0" lvl="1"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2pPr>
            <a:lvl3pPr indent="0" lvl="2"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3pPr>
            <a:lvl4pPr indent="0" lvl="3"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4pPr>
            <a:lvl5pPr indent="0" lvl="4"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5pPr>
            <a:lvl6pPr indent="0" lvl="5"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6pPr>
            <a:lvl7pPr indent="0" lvl="6"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7pPr>
            <a:lvl8pPr indent="0" lvl="7"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8pPr>
            <a:lvl9pPr indent="0" lvl="8"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US"/>
              <a:t>‹#›</a:t>
            </a:fld>
            <a:endParaRPr/>
          </a:p>
        </p:txBody>
      </p:sp>
      <p:sp>
        <p:nvSpPr>
          <p:cNvPr id="14" name="Google Shape;14;p1"/>
          <p:cNvSpPr txBox="1"/>
          <p:nvPr>
            <p:ph idx="1" type="body"/>
          </p:nvPr>
        </p:nvSpPr>
        <p:spPr>
          <a:xfrm>
            <a:off x="1097280" y="1188720"/>
            <a:ext cx="7315199" cy="1175771"/>
          </a:xfrm>
          <a:prstGeom prst="rect">
            <a:avLst/>
          </a:prstGeom>
          <a:noFill/>
          <a:ln>
            <a:noFill/>
          </a:ln>
        </p:spPr>
        <p:txBody>
          <a:bodyPr anchorCtr="0" anchor="t" bIns="0" lIns="0" spcFirstLastPara="1" rIns="0" wrap="square" tIns="0">
            <a:spAutoFit/>
          </a:bodyPr>
          <a:lstStyle>
            <a:lvl1pPr indent="-317500" lvl="0" marL="457200" marR="0" rtl="0" algn="l">
              <a:lnSpc>
                <a:spcPct val="90000"/>
              </a:lnSpc>
              <a:spcBef>
                <a:spcPts val="750"/>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1pPr>
            <a:lvl2pPr indent="-317500" lvl="1" marL="914400"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indent="-317500" lvl="2" marL="1371600"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indent="-317500" lvl="3" marL="1828800"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indent="-317500" lvl="4" marL="2286000"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indent="-228600" lvl="5" marL="2743200"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indent="-571500" lvl="6" marL="3200400"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indent="-234950" lvl="7" marL="3657600"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indent="-492125" lvl="8" marL="4114800"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4" name="Shape 124"/>
        <p:cNvGrpSpPr/>
        <p:nvPr/>
      </p:nvGrpSpPr>
      <p:grpSpPr>
        <a:xfrm>
          <a:off x="0" y="0"/>
          <a:ext cx="0" cy="0"/>
          <a:chOff x="0" y="0"/>
          <a:chExt cx="0" cy="0"/>
        </a:xfrm>
      </p:grpSpPr>
      <p:pic>
        <p:nvPicPr>
          <p:cNvPr id="125" name="Google Shape;125;p19"/>
          <p:cNvPicPr preferRelativeResize="0"/>
          <p:nvPr/>
        </p:nvPicPr>
        <p:blipFill rotWithShape="1">
          <a:blip r:embed="rId1">
            <a:alphaModFix/>
          </a:blip>
          <a:srcRect b="0" l="0" r="0" t="0"/>
          <a:stretch/>
        </p:blipFill>
        <p:spPr>
          <a:xfrm>
            <a:off x="342900" y="4616606"/>
            <a:ext cx="1372688" cy="265966"/>
          </a:xfrm>
          <a:prstGeom prst="rect">
            <a:avLst/>
          </a:prstGeom>
          <a:noFill/>
          <a:ln>
            <a:noFill/>
          </a:ln>
        </p:spPr>
      </p:pic>
      <p:sp>
        <p:nvSpPr>
          <p:cNvPr id="126" name="Google Shape;126;p19"/>
          <p:cNvSpPr/>
          <p:nvPr/>
        </p:nvSpPr>
        <p:spPr>
          <a:xfrm>
            <a:off x="640080" y="821642"/>
            <a:ext cx="7772400" cy="36600"/>
          </a:xfrm>
          <a:prstGeom prst="rect">
            <a:avLst/>
          </a:prstGeom>
          <a:solidFill>
            <a:srgbClr val="2774AE"/>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u="none" cap="none" strike="noStrike">
              <a:solidFill>
                <a:schemeClr val="lt1"/>
              </a:solidFill>
              <a:latin typeface="Helvetica Neue"/>
              <a:ea typeface="Helvetica Neue"/>
              <a:cs typeface="Helvetica Neue"/>
              <a:sym typeface="Helvetica Neue"/>
            </a:endParaRPr>
          </a:p>
        </p:txBody>
      </p:sp>
      <p:sp>
        <p:nvSpPr>
          <p:cNvPr id="127" name="Google Shape;127;p19"/>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marR="0" algn="l">
              <a:lnSpc>
                <a:spcPct val="90000"/>
              </a:lnSpc>
              <a:spcBef>
                <a:spcPts val="0"/>
              </a:spcBef>
              <a:spcAft>
                <a:spcPts val="0"/>
              </a:spcAft>
              <a:buClr>
                <a:srgbClr val="58595B"/>
              </a:buClr>
              <a:buSzPts val="2800"/>
              <a:buFont typeface="Helvetica Neue"/>
              <a:buNone/>
              <a:defRPr b="1" i="0" sz="2800" u="none" cap="none" strike="noStrike">
                <a:solidFill>
                  <a:srgbClr val="58595B"/>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8" name="Google Shape;128;p19"/>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marR="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1pPr>
            <a:lvl2pPr indent="0" lvl="1" marL="0" marR="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2pPr>
            <a:lvl3pPr indent="0" lvl="2" marL="0" marR="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3pPr>
            <a:lvl4pPr indent="0" lvl="3" marL="0" marR="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4pPr>
            <a:lvl5pPr indent="0" lvl="4" marL="0" marR="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5pPr>
            <a:lvl6pPr indent="0" lvl="5" marL="0" marR="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6pPr>
            <a:lvl7pPr indent="0" lvl="6" marL="0" marR="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7pPr>
            <a:lvl8pPr indent="0" lvl="7" marL="0" marR="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8pPr>
            <a:lvl9pPr indent="0" lvl="8" marL="0" marR="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US"/>
              <a:t>‹#›</a:t>
            </a:fld>
            <a:endParaRPr/>
          </a:p>
        </p:txBody>
      </p:sp>
      <p:sp>
        <p:nvSpPr>
          <p:cNvPr id="129" name="Google Shape;129;p19"/>
          <p:cNvSpPr txBox="1"/>
          <p:nvPr>
            <p:ph idx="1" type="body"/>
          </p:nvPr>
        </p:nvSpPr>
        <p:spPr>
          <a:xfrm>
            <a:off x="1097280" y="1188720"/>
            <a:ext cx="7315200" cy="1175700"/>
          </a:xfrm>
          <a:prstGeom prst="rect">
            <a:avLst/>
          </a:prstGeom>
          <a:noFill/>
          <a:ln>
            <a:noFill/>
          </a:ln>
        </p:spPr>
        <p:txBody>
          <a:bodyPr anchorCtr="0" anchor="t" bIns="0" lIns="0" spcFirstLastPara="1" rIns="0" wrap="square" tIns="0">
            <a:spAutoFit/>
          </a:bodyPr>
          <a:lstStyle>
            <a:lvl1pPr indent="-317500" lvl="0" marL="457200" marR="0" algn="l">
              <a:lnSpc>
                <a:spcPct val="90000"/>
              </a:lnSpc>
              <a:spcBef>
                <a:spcPts val="750"/>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1pPr>
            <a:lvl2pPr indent="-317500" lvl="1" marL="914400" marR="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indent="-317500" lvl="2" marL="1371600" marR="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indent="-317500" lvl="3" marL="1828800" marR="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indent="-317500" lvl="4" marL="2286000" marR="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indent="-228600" lvl="5" marL="2743200" marR="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indent="-571500" lvl="6" marL="3200400" marR="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indent="-234950" lvl="7" marL="3657600" marR="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indent="-492125" lvl="8" marL="4114800" marR="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sldLayoutIdLst>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7"/>
          <p:cNvSpPr txBox="1"/>
          <p:nvPr>
            <p:ph idx="1" type="body"/>
          </p:nvPr>
        </p:nvSpPr>
        <p:spPr>
          <a:xfrm>
            <a:off x="640080" y="4677290"/>
            <a:ext cx="1304400" cy="152400"/>
          </a:xfrm>
          <a:prstGeom prst="rect">
            <a:avLst/>
          </a:prstGeom>
          <a:noFill/>
          <a:ln>
            <a:noFill/>
          </a:ln>
        </p:spPr>
        <p:txBody>
          <a:bodyPr anchorCtr="0" anchor="b" bIns="0" lIns="9125" spcFirstLastPara="1" rIns="0" wrap="square" tIns="0">
            <a:spAutoFit/>
          </a:bodyPr>
          <a:lstStyle/>
          <a:p>
            <a:pPr indent="0" lvl="0" marL="0" rtl="0" algn="l">
              <a:lnSpc>
                <a:spcPct val="90000"/>
              </a:lnSpc>
              <a:spcBef>
                <a:spcPts val="0"/>
              </a:spcBef>
              <a:spcAft>
                <a:spcPts val="0"/>
              </a:spcAft>
              <a:buClr>
                <a:srgbClr val="58595B"/>
              </a:buClr>
              <a:buSzPts val="1100"/>
              <a:buFont typeface="Helvetica Neue"/>
              <a:buNone/>
            </a:pPr>
            <a:r>
              <a:rPr lang="en-US" sz="1100">
                <a:solidFill>
                  <a:srgbClr val="58595B"/>
                </a:solidFill>
                <a:latin typeface="Helvetica Neue"/>
                <a:ea typeface="Helvetica Neue"/>
                <a:cs typeface="Helvetica Neue"/>
                <a:sym typeface="Helvetica Neue"/>
              </a:rPr>
              <a:t>CS 263 Final Project</a:t>
            </a:r>
            <a:endParaRPr/>
          </a:p>
        </p:txBody>
      </p:sp>
      <p:sp>
        <p:nvSpPr>
          <p:cNvPr id="245" name="Google Shape;245;p37"/>
          <p:cNvSpPr txBox="1"/>
          <p:nvPr>
            <p:ph idx="2" type="body"/>
          </p:nvPr>
        </p:nvSpPr>
        <p:spPr>
          <a:xfrm>
            <a:off x="640080" y="4438263"/>
            <a:ext cx="2923500" cy="152400"/>
          </a:xfrm>
          <a:prstGeom prst="rect">
            <a:avLst/>
          </a:prstGeom>
          <a:noFill/>
          <a:ln>
            <a:noFill/>
          </a:ln>
        </p:spPr>
        <p:txBody>
          <a:bodyPr anchorCtr="0" anchor="b" bIns="0" lIns="9125" spcFirstLastPara="1" rIns="0" wrap="square" tIns="0">
            <a:spAutoFit/>
          </a:bodyPr>
          <a:lstStyle/>
          <a:p>
            <a:pPr indent="0" lvl="0" marL="0" rtl="0" algn="l">
              <a:lnSpc>
                <a:spcPct val="90000"/>
              </a:lnSpc>
              <a:spcBef>
                <a:spcPts val="0"/>
              </a:spcBef>
              <a:spcAft>
                <a:spcPts val="0"/>
              </a:spcAft>
              <a:buClr>
                <a:srgbClr val="58595B"/>
              </a:buClr>
              <a:buSzPts val="1100"/>
              <a:buFont typeface="Helvetica Neue"/>
              <a:buNone/>
            </a:pPr>
            <a:r>
              <a:rPr lang="en-US" sz="1100">
                <a:solidFill>
                  <a:srgbClr val="58595B"/>
                </a:solidFill>
                <a:latin typeface="Helvetica Neue"/>
                <a:ea typeface="Helvetica Neue"/>
                <a:cs typeface="Helvetica Neue"/>
                <a:sym typeface="Helvetica Neue"/>
              </a:rPr>
              <a:t>Matthew Hutchinson, Corey Shen, Nathan Wei</a:t>
            </a:r>
            <a:endParaRPr/>
          </a:p>
        </p:txBody>
      </p:sp>
      <p:pic>
        <p:nvPicPr>
          <p:cNvPr id="246" name="Google Shape;246;p37"/>
          <p:cNvPicPr preferRelativeResize="0"/>
          <p:nvPr/>
        </p:nvPicPr>
        <p:blipFill rotWithShape="1">
          <a:blip r:embed="rId3">
            <a:alphaModFix/>
          </a:blip>
          <a:srcRect b="0" l="0" r="0" t="0"/>
          <a:stretch/>
        </p:blipFill>
        <p:spPr>
          <a:xfrm>
            <a:off x="647700" y="481154"/>
            <a:ext cx="1992373" cy="386035"/>
          </a:xfrm>
          <a:prstGeom prst="rect">
            <a:avLst/>
          </a:prstGeom>
          <a:noFill/>
          <a:ln>
            <a:noFill/>
          </a:ln>
        </p:spPr>
      </p:pic>
      <p:sp>
        <p:nvSpPr>
          <p:cNvPr id="247" name="Google Shape;247;p37"/>
          <p:cNvSpPr txBox="1"/>
          <p:nvPr>
            <p:ph idx="4" type="body"/>
          </p:nvPr>
        </p:nvSpPr>
        <p:spPr>
          <a:xfrm>
            <a:off x="640080" y="2194782"/>
            <a:ext cx="7772400" cy="498600"/>
          </a:xfrm>
          <a:prstGeom prst="rect">
            <a:avLst/>
          </a:prstGeom>
          <a:noFill/>
          <a:ln>
            <a:noFill/>
          </a:ln>
        </p:spPr>
        <p:txBody>
          <a:bodyPr anchorCtr="0" anchor="ctr" bIns="0" lIns="0" spcFirstLastPara="1" rIns="0" wrap="square" tIns="0">
            <a:spAutoFit/>
          </a:bodyPr>
          <a:lstStyle/>
          <a:p>
            <a:pPr indent="0" lvl="0" marL="0" rtl="0" algn="l">
              <a:lnSpc>
                <a:spcPct val="90000"/>
              </a:lnSpc>
              <a:spcBef>
                <a:spcPts val="0"/>
              </a:spcBef>
              <a:spcAft>
                <a:spcPts val="0"/>
              </a:spcAft>
              <a:buClr>
                <a:srgbClr val="58595B"/>
              </a:buClr>
              <a:buSzPts val="3600"/>
              <a:buFont typeface="Helvetica Neue"/>
              <a:buNone/>
            </a:pPr>
            <a:r>
              <a:rPr lang="en-US"/>
              <a:t>Knowledge Editing Comparison</a:t>
            </a:r>
            <a:endParaRPr b="1" sz="2400">
              <a:solidFill>
                <a:srgbClr val="58595B"/>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8"/>
          <p:cNvSpPr txBox="1"/>
          <p:nvPr>
            <p:ph type="title"/>
          </p:nvPr>
        </p:nvSpPr>
        <p:spPr>
          <a:xfrm>
            <a:off x="640079" y="367401"/>
            <a:ext cx="7772400" cy="280500"/>
          </a:xfrm>
          <a:prstGeom prst="rect">
            <a:avLst/>
          </a:prstGeom>
          <a:noFill/>
          <a:ln>
            <a:noFill/>
          </a:ln>
        </p:spPr>
        <p:txBody>
          <a:bodyPr anchorCtr="0" anchor="b" bIns="0" lIns="0" spcFirstLastPara="1" rIns="0" wrap="square" tIns="0">
            <a:spAutoFit/>
          </a:bodyPr>
          <a:lstStyle/>
          <a:p>
            <a:pPr indent="0" lvl="0" marL="0" rtl="0" algn="l">
              <a:lnSpc>
                <a:spcPct val="90000"/>
              </a:lnSpc>
              <a:spcBef>
                <a:spcPts val="0"/>
              </a:spcBef>
              <a:spcAft>
                <a:spcPts val="0"/>
              </a:spcAft>
              <a:buClr>
                <a:srgbClr val="58595B"/>
              </a:buClr>
              <a:buSzPts val="2025"/>
              <a:buFont typeface="Helvetica Neue"/>
              <a:buNone/>
            </a:pPr>
            <a:r>
              <a:rPr b="1" lang="en-US" sz="2025">
                <a:solidFill>
                  <a:srgbClr val="58595B"/>
                </a:solidFill>
                <a:latin typeface="Helvetica Neue"/>
                <a:ea typeface="Helvetica Neue"/>
                <a:cs typeface="Helvetica Neue"/>
                <a:sym typeface="Helvetica Neue"/>
              </a:rPr>
              <a:t>Direct Edits Show a Tradeoff</a:t>
            </a:r>
            <a:endParaRPr/>
          </a:p>
        </p:txBody>
      </p:sp>
      <p:sp>
        <p:nvSpPr>
          <p:cNvPr id="254" name="Google Shape;254;p38"/>
          <p:cNvSpPr/>
          <p:nvPr/>
        </p:nvSpPr>
        <p:spPr>
          <a:xfrm>
            <a:off x="1095375" y="1181100"/>
            <a:ext cx="68580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38">
                <a:solidFill>
                  <a:srgbClr val="2774AE"/>
                </a:solidFill>
                <a:latin typeface="Helvetica Neue"/>
                <a:ea typeface="Helvetica Neue"/>
                <a:cs typeface="Helvetica Neue"/>
                <a:sym typeface="Helvetica Neue"/>
              </a:rPr>
              <a:t>CounterFact: rewrite accuracy vs. locality</a:t>
            </a:r>
            <a:endParaRPr/>
          </a:p>
        </p:txBody>
      </p:sp>
      <p:sp>
        <p:nvSpPr>
          <p:cNvPr id="255" name="Google Shape;255;p38"/>
          <p:cNvSpPr/>
          <p:nvPr/>
        </p:nvSpPr>
        <p:spPr>
          <a:xfrm>
            <a:off x="1095375" y="1533525"/>
            <a:ext cx="7239000" cy="304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6D6E71"/>
                </a:solidFill>
                <a:latin typeface="Helvetica Neue"/>
                <a:ea typeface="Helvetica Neue"/>
                <a:cs typeface="Helvetica Neue"/>
                <a:sym typeface="Helvetica Neue"/>
              </a:rPr>
              <a:t>IKE is near-perfect on direct rewrite, but its locality collapses; ROME gives the strongest balance.</a:t>
            </a:r>
            <a:endParaRPr/>
          </a:p>
        </p:txBody>
      </p:sp>
      <p:sp>
        <p:nvSpPr>
          <p:cNvPr id="256" name="Google Shape;256;p38"/>
          <p:cNvSpPr/>
          <p:nvPr/>
        </p:nvSpPr>
        <p:spPr>
          <a:xfrm>
            <a:off x="1200150" y="1809750"/>
            <a:ext cx="49530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6D6E71"/>
                </a:solidFill>
                <a:latin typeface="Helvetica Neue"/>
                <a:ea typeface="Helvetica Neue"/>
                <a:cs typeface="Helvetica Neue"/>
                <a:sym typeface="Helvetica Neue"/>
              </a:rPr>
              <a:t>CounterFact-original, n=300</a:t>
            </a:r>
            <a:endParaRPr/>
          </a:p>
        </p:txBody>
      </p:sp>
      <p:sp>
        <p:nvSpPr>
          <p:cNvPr id="257" name="Google Shape;257;p38"/>
          <p:cNvSpPr/>
          <p:nvPr/>
        </p:nvSpPr>
        <p:spPr>
          <a:xfrm>
            <a:off x="1790700" y="2171700"/>
            <a:ext cx="5886600" cy="9600"/>
          </a:xfrm>
          <a:prstGeom prst="rect">
            <a:avLst/>
          </a:prstGeom>
          <a:solidFill>
            <a:srgbClr val="E3E8F0"/>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58" name="Google Shape;258;p38"/>
          <p:cNvSpPr/>
          <p:nvPr/>
        </p:nvSpPr>
        <p:spPr>
          <a:xfrm>
            <a:off x="1200150" y="2085975"/>
            <a:ext cx="4002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6D6E71"/>
                </a:solidFill>
                <a:latin typeface="Helvetica Neue"/>
                <a:ea typeface="Helvetica Neue"/>
                <a:cs typeface="Helvetica Neue"/>
                <a:sym typeface="Helvetica Neue"/>
              </a:rPr>
              <a:t>1.0</a:t>
            </a:r>
            <a:endParaRPr/>
          </a:p>
        </p:txBody>
      </p:sp>
      <p:sp>
        <p:nvSpPr>
          <p:cNvPr id="259" name="Google Shape;259;p38"/>
          <p:cNvSpPr/>
          <p:nvPr/>
        </p:nvSpPr>
        <p:spPr>
          <a:xfrm>
            <a:off x="1790700" y="2886075"/>
            <a:ext cx="5886600" cy="9600"/>
          </a:xfrm>
          <a:prstGeom prst="rect">
            <a:avLst/>
          </a:prstGeom>
          <a:solidFill>
            <a:srgbClr val="E3E8F0"/>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60" name="Google Shape;260;p38"/>
          <p:cNvSpPr/>
          <p:nvPr/>
        </p:nvSpPr>
        <p:spPr>
          <a:xfrm>
            <a:off x="1200150" y="2800350"/>
            <a:ext cx="4002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6D6E71"/>
                </a:solidFill>
                <a:latin typeface="Helvetica Neue"/>
                <a:ea typeface="Helvetica Neue"/>
                <a:cs typeface="Helvetica Neue"/>
                <a:sym typeface="Helvetica Neue"/>
              </a:rPr>
              <a:t>0.5</a:t>
            </a:r>
            <a:endParaRPr/>
          </a:p>
        </p:txBody>
      </p:sp>
      <p:sp>
        <p:nvSpPr>
          <p:cNvPr id="261" name="Google Shape;261;p38"/>
          <p:cNvSpPr/>
          <p:nvPr/>
        </p:nvSpPr>
        <p:spPr>
          <a:xfrm>
            <a:off x="1790700" y="3600450"/>
            <a:ext cx="5886600" cy="19200"/>
          </a:xfrm>
          <a:prstGeom prst="rect">
            <a:avLst/>
          </a:prstGeom>
          <a:solidFill>
            <a:srgbClr val="8794A6"/>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62" name="Google Shape;262;p38"/>
          <p:cNvSpPr/>
          <p:nvPr/>
        </p:nvSpPr>
        <p:spPr>
          <a:xfrm>
            <a:off x="1200150" y="3514725"/>
            <a:ext cx="4002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6D6E71"/>
                </a:solidFill>
                <a:latin typeface="Helvetica Neue"/>
                <a:ea typeface="Helvetica Neue"/>
                <a:cs typeface="Helvetica Neue"/>
                <a:sym typeface="Helvetica Neue"/>
              </a:rPr>
              <a:t>0.0</a:t>
            </a:r>
            <a:endParaRPr/>
          </a:p>
        </p:txBody>
      </p:sp>
      <p:sp>
        <p:nvSpPr>
          <p:cNvPr id="263" name="Google Shape;263;p38"/>
          <p:cNvSpPr/>
          <p:nvPr/>
        </p:nvSpPr>
        <p:spPr>
          <a:xfrm>
            <a:off x="2752724" y="2181701"/>
            <a:ext cx="362100" cy="1418700"/>
          </a:xfrm>
          <a:prstGeom prst="rect">
            <a:avLst/>
          </a:prstGeom>
          <a:solidFill>
            <a:srgbClr val="2774AE"/>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64" name="Google Shape;264;p38"/>
          <p:cNvSpPr/>
          <p:nvPr/>
        </p:nvSpPr>
        <p:spPr>
          <a:xfrm>
            <a:off x="2676524" y="2000726"/>
            <a:ext cx="514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788">
                <a:solidFill>
                  <a:srgbClr val="1F2937"/>
                </a:solidFill>
                <a:latin typeface="Helvetica Neue"/>
                <a:ea typeface="Helvetica Neue"/>
                <a:cs typeface="Helvetica Neue"/>
                <a:sym typeface="Helvetica Neue"/>
              </a:rPr>
              <a:t>0.993</a:t>
            </a:r>
            <a:endParaRPr/>
          </a:p>
        </p:txBody>
      </p:sp>
      <p:sp>
        <p:nvSpPr>
          <p:cNvPr id="265" name="Google Shape;265;p38"/>
          <p:cNvSpPr/>
          <p:nvPr/>
        </p:nvSpPr>
        <p:spPr>
          <a:xfrm>
            <a:off x="3228974" y="2400300"/>
            <a:ext cx="362100" cy="1200300"/>
          </a:xfrm>
          <a:prstGeom prst="rect">
            <a:avLst/>
          </a:prstGeom>
          <a:solidFill>
            <a:srgbClr val="00856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66" name="Google Shape;266;p38"/>
          <p:cNvSpPr/>
          <p:nvPr/>
        </p:nvSpPr>
        <p:spPr>
          <a:xfrm>
            <a:off x="3152774" y="2219325"/>
            <a:ext cx="514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788">
                <a:solidFill>
                  <a:srgbClr val="1F2937"/>
                </a:solidFill>
                <a:latin typeface="Helvetica Neue"/>
                <a:ea typeface="Helvetica Neue"/>
                <a:cs typeface="Helvetica Neue"/>
                <a:sym typeface="Helvetica Neue"/>
              </a:rPr>
              <a:t>0.840</a:t>
            </a:r>
            <a:endParaRPr/>
          </a:p>
        </p:txBody>
      </p:sp>
      <p:sp>
        <p:nvSpPr>
          <p:cNvPr id="267" name="Google Shape;267;p38"/>
          <p:cNvSpPr/>
          <p:nvPr/>
        </p:nvSpPr>
        <p:spPr>
          <a:xfrm>
            <a:off x="2362200" y="3714750"/>
            <a:ext cx="1124100" cy="209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1125">
                <a:solidFill>
                  <a:srgbClr val="1F2937"/>
                </a:solidFill>
                <a:latin typeface="Helvetica Neue"/>
                <a:ea typeface="Helvetica Neue"/>
                <a:cs typeface="Helvetica Neue"/>
                <a:sym typeface="Helvetica Neue"/>
              </a:rPr>
              <a:t>ROME</a:t>
            </a:r>
            <a:endParaRPr/>
          </a:p>
        </p:txBody>
      </p:sp>
      <p:sp>
        <p:nvSpPr>
          <p:cNvPr id="268" name="Google Shape;268;p38"/>
          <p:cNvSpPr/>
          <p:nvPr/>
        </p:nvSpPr>
        <p:spPr>
          <a:xfrm>
            <a:off x="4698206" y="2486025"/>
            <a:ext cx="362100" cy="1114500"/>
          </a:xfrm>
          <a:prstGeom prst="rect">
            <a:avLst/>
          </a:prstGeom>
          <a:solidFill>
            <a:srgbClr val="2774AE"/>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69" name="Google Shape;269;p38"/>
          <p:cNvSpPr/>
          <p:nvPr/>
        </p:nvSpPr>
        <p:spPr>
          <a:xfrm>
            <a:off x="4622006" y="2305050"/>
            <a:ext cx="514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788">
                <a:solidFill>
                  <a:srgbClr val="1F2937"/>
                </a:solidFill>
                <a:latin typeface="Helvetica Neue"/>
                <a:ea typeface="Helvetica Neue"/>
                <a:cs typeface="Helvetica Neue"/>
                <a:sym typeface="Helvetica Neue"/>
              </a:rPr>
              <a:t>0.780</a:t>
            </a:r>
            <a:endParaRPr/>
          </a:p>
        </p:txBody>
      </p:sp>
      <p:sp>
        <p:nvSpPr>
          <p:cNvPr id="270" name="Google Shape;270;p38"/>
          <p:cNvSpPr/>
          <p:nvPr/>
        </p:nvSpPr>
        <p:spPr>
          <a:xfrm>
            <a:off x="5174456" y="2195989"/>
            <a:ext cx="362100" cy="1404600"/>
          </a:xfrm>
          <a:prstGeom prst="rect">
            <a:avLst/>
          </a:prstGeom>
          <a:solidFill>
            <a:srgbClr val="00856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71" name="Google Shape;271;p38"/>
          <p:cNvSpPr/>
          <p:nvPr/>
        </p:nvSpPr>
        <p:spPr>
          <a:xfrm>
            <a:off x="5098256" y="2015014"/>
            <a:ext cx="514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788">
                <a:solidFill>
                  <a:srgbClr val="1F2937"/>
                </a:solidFill>
                <a:latin typeface="Helvetica Neue"/>
                <a:ea typeface="Helvetica Neue"/>
                <a:cs typeface="Helvetica Neue"/>
                <a:sym typeface="Helvetica Neue"/>
              </a:rPr>
              <a:t>0.983</a:t>
            </a:r>
            <a:endParaRPr/>
          </a:p>
        </p:txBody>
      </p:sp>
      <p:sp>
        <p:nvSpPr>
          <p:cNvPr id="272" name="Google Shape;272;p38"/>
          <p:cNvSpPr/>
          <p:nvPr/>
        </p:nvSpPr>
        <p:spPr>
          <a:xfrm>
            <a:off x="4333875" y="3714750"/>
            <a:ext cx="1124100" cy="209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1125">
                <a:solidFill>
                  <a:srgbClr val="1F2937"/>
                </a:solidFill>
                <a:latin typeface="Helvetica Neue"/>
                <a:ea typeface="Helvetica Neue"/>
                <a:cs typeface="Helvetica Neue"/>
                <a:sym typeface="Helvetica Neue"/>
              </a:rPr>
              <a:t>MEMIT</a:t>
            </a:r>
            <a:endParaRPr/>
          </a:p>
        </p:txBody>
      </p:sp>
      <p:sp>
        <p:nvSpPr>
          <p:cNvPr id="273" name="Google Shape;273;p38"/>
          <p:cNvSpPr/>
          <p:nvPr/>
        </p:nvSpPr>
        <p:spPr>
          <a:xfrm>
            <a:off x="6667500" y="2171700"/>
            <a:ext cx="362100" cy="1428900"/>
          </a:xfrm>
          <a:prstGeom prst="rect">
            <a:avLst/>
          </a:prstGeom>
          <a:solidFill>
            <a:srgbClr val="2774AE"/>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74" name="Google Shape;274;p38"/>
          <p:cNvSpPr/>
          <p:nvPr/>
        </p:nvSpPr>
        <p:spPr>
          <a:xfrm>
            <a:off x="6591300" y="1990725"/>
            <a:ext cx="514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788">
                <a:solidFill>
                  <a:srgbClr val="1F2937"/>
                </a:solidFill>
                <a:latin typeface="Helvetica Neue"/>
                <a:ea typeface="Helvetica Neue"/>
                <a:cs typeface="Helvetica Neue"/>
                <a:sym typeface="Helvetica Neue"/>
              </a:rPr>
              <a:t>1.000</a:t>
            </a:r>
            <a:endParaRPr/>
          </a:p>
        </p:txBody>
      </p:sp>
      <p:sp>
        <p:nvSpPr>
          <p:cNvPr id="275" name="Google Shape;275;p38"/>
          <p:cNvSpPr/>
          <p:nvPr/>
        </p:nvSpPr>
        <p:spPr>
          <a:xfrm>
            <a:off x="7143750" y="3504724"/>
            <a:ext cx="362100" cy="95700"/>
          </a:xfrm>
          <a:prstGeom prst="rect">
            <a:avLst/>
          </a:prstGeom>
          <a:solidFill>
            <a:srgbClr val="00856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76" name="Google Shape;276;p38"/>
          <p:cNvSpPr/>
          <p:nvPr/>
        </p:nvSpPr>
        <p:spPr>
          <a:xfrm>
            <a:off x="7067550" y="3323749"/>
            <a:ext cx="514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788">
                <a:solidFill>
                  <a:srgbClr val="1F2937"/>
                </a:solidFill>
                <a:latin typeface="Helvetica Neue"/>
                <a:ea typeface="Helvetica Neue"/>
                <a:cs typeface="Helvetica Neue"/>
                <a:sym typeface="Helvetica Neue"/>
              </a:rPr>
              <a:t>0.067</a:t>
            </a:r>
            <a:endParaRPr/>
          </a:p>
        </p:txBody>
      </p:sp>
      <p:sp>
        <p:nvSpPr>
          <p:cNvPr id="277" name="Google Shape;277;p38"/>
          <p:cNvSpPr/>
          <p:nvPr/>
        </p:nvSpPr>
        <p:spPr>
          <a:xfrm>
            <a:off x="6301470" y="3714750"/>
            <a:ext cx="1124100" cy="209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1125">
                <a:solidFill>
                  <a:srgbClr val="1F2937"/>
                </a:solidFill>
                <a:latin typeface="Helvetica Neue"/>
                <a:ea typeface="Helvetica Neue"/>
                <a:cs typeface="Helvetica Neue"/>
                <a:sym typeface="Helvetica Neue"/>
              </a:rPr>
              <a:t>IKE k=8</a:t>
            </a:r>
            <a:endParaRPr/>
          </a:p>
        </p:txBody>
      </p:sp>
      <p:sp>
        <p:nvSpPr>
          <p:cNvPr id="278" name="Google Shape;278;p38"/>
          <p:cNvSpPr/>
          <p:nvPr/>
        </p:nvSpPr>
        <p:spPr>
          <a:xfrm>
            <a:off x="6419850" y="1819275"/>
            <a:ext cx="142800" cy="95400"/>
          </a:xfrm>
          <a:prstGeom prst="rect">
            <a:avLst/>
          </a:prstGeom>
          <a:solidFill>
            <a:srgbClr val="2774AE"/>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79" name="Google Shape;279;p38"/>
          <p:cNvSpPr/>
          <p:nvPr/>
        </p:nvSpPr>
        <p:spPr>
          <a:xfrm>
            <a:off x="6629400" y="1771650"/>
            <a:ext cx="6858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863">
                <a:solidFill>
                  <a:srgbClr val="6D6E71"/>
                </a:solidFill>
                <a:latin typeface="Helvetica Neue"/>
                <a:ea typeface="Helvetica Neue"/>
                <a:cs typeface="Helvetica Neue"/>
                <a:sym typeface="Helvetica Neue"/>
              </a:rPr>
              <a:t>Rewrite</a:t>
            </a:r>
            <a:endParaRPr/>
          </a:p>
        </p:txBody>
      </p:sp>
      <p:sp>
        <p:nvSpPr>
          <p:cNvPr id="280" name="Google Shape;280;p38"/>
          <p:cNvSpPr/>
          <p:nvPr/>
        </p:nvSpPr>
        <p:spPr>
          <a:xfrm>
            <a:off x="7391400" y="1819275"/>
            <a:ext cx="142800" cy="95400"/>
          </a:xfrm>
          <a:prstGeom prst="rect">
            <a:avLst/>
          </a:prstGeom>
          <a:solidFill>
            <a:srgbClr val="00856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81" name="Google Shape;281;p38"/>
          <p:cNvSpPr/>
          <p:nvPr/>
        </p:nvSpPr>
        <p:spPr>
          <a:xfrm>
            <a:off x="7600950" y="1771650"/>
            <a:ext cx="6858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863">
                <a:solidFill>
                  <a:srgbClr val="6D6E71"/>
                </a:solidFill>
                <a:latin typeface="Helvetica Neue"/>
                <a:ea typeface="Helvetica Neue"/>
                <a:cs typeface="Helvetica Neue"/>
                <a:sym typeface="Helvetica Neue"/>
              </a:rPr>
              <a:t>Locality</a:t>
            </a:r>
            <a:endParaRPr/>
          </a:p>
        </p:txBody>
      </p:sp>
      <p:sp>
        <p:nvSpPr>
          <p:cNvPr id="282" name="Google Shape;282;p38"/>
          <p:cNvSpPr/>
          <p:nvPr/>
        </p:nvSpPr>
        <p:spPr>
          <a:xfrm>
            <a:off x="1190625" y="4191000"/>
            <a:ext cx="6715200" cy="285900"/>
          </a:xfrm>
          <a:prstGeom prst="rect">
            <a:avLst/>
          </a:prstGeom>
          <a:solidFill>
            <a:srgbClr val="DAE6F4"/>
          </a:solidFill>
          <a:ln cap="flat" cmpd="sng" w="9525">
            <a:solidFill>
              <a:srgbClr val="DAE6F4"/>
            </a:solidFill>
            <a:prstDash val="solid"/>
            <a:round/>
            <a:headEnd len="sm" w="sm" type="none"/>
            <a:tailEnd len="sm" w="sm" type="none"/>
          </a:ln>
        </p:spPr>
        <p:txBody>
          <a:bodyPr anchorCtr="0" anchor="t" bIns="47625" lIns="114300" spcFirstLastPara="1" rIns="114300" wrap="square" tIns="57150">
            <a:noAutofit/>
          </a:bodyPr>
          <a:lstStyle/>
          <a:p>
            <a:pPr indent="0" lvl="0" marL="0" marR="0" rtl="0" algn="l">
              <a:spcBef>
                <a:spcPts val="0"/>
              </a:spcBef>
              <a:spcAft>
                <a:spcPts val="0"/>
              </a:spcAft>
              <a:buNone/>
            </a:pPr>
            <a:r>
              <a:rPr b="1" lang="en-US" sz="1088">
                <a:solidFill>
                  <a:srgbClr val="00375B"/>
                </a:solidFill>
                <a:latin typeface="Helvetica Neue"/>
                <a:ea typeface="Helvetica Neue"/>
                <a:cs typeface="Helvetica Neue"/>
                <a:sym typeface="Helvetica Neue"/>
              </a:rPr>
              <a:t>Takeaway: IKE wins rewrite, but locality reveals preservation damage.</a:t>
            </a:r>
            <a:endParaRPr/>
          </a:p>
        </p:txBody>
      </p:sp>
      <p:sp>
        <p:nvSpPr>
          <p:cNvPr id="283" name="Google Shape;283;p38"/>
          <p:cNvSpPr/>
          <p:nvPr/>
        </p:nvSpPr>
        <p:spPr>
          <a:xfrm>
            <a:off x="2276474" y="2505075"/>
            <a:ext cx="362100" cy="1095300"/>
          </a:xfrm>
          <a:prstGeom prst="rect">
            <a:avLst/>
          </a:prstGeom>
          <a:solidFill>
            <a:srgbClr val="FFC000"/>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Helvetica Neue"/>
              <a:ea typeface="Helvetica Neue"/>
              <a:cs typeface="Helvetica Neue"/>
              <a:sym typeface="Helvetica Neue"/>
            </a:endParaRPr>
          </a:p>
        </p:txBody>
      </p:sp>
      <p:sp>
        <p:nvSpPr>
          <p:cNvPr id="284" name="Google Shape;284;p38"/>
          <p:cNvSpPr/>
          <p:nvPr/>
        </p:nvSpPr>
        <p:spPr>
          <a:xfrm>
            <a:off x="2204489" y="2349514"/>
            <a:ext cx="514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788">
                <a:solidFill>
                  <a:srgbClr val="1F2937"/>
                </a:solidFill>
                <a:latin typeface="Helvetica Neue"/>
                <a:ea typeface="Helvetica Neue"/>
                <a:cs typeface="Helvetica Neue"/>
                <a:sym typeface="Helvetica Neue"/>
              </a:rPr>
              <a:t>0.743</a:t>
            </a:r>
            <a:endParaRPr b="1" sz="788">
              <a:solidFill>
                <a:srgbClr val="1F2937"/>
              </a:solidFill>
              <a:latin typeface="Helvetica Neue"/>
              <a:ea typeface="Helvetica Neue"/>
              <a:cs typeface="Helvetica Neue"/>
              <a:sym typeface="Helvetica Neue"/>
            </a:endParaRPr>
          </a:p>
        </p:txBody>
      </p:sp>
      <p:sp>
        <p:nvSpPr>
          <p:cNvPr id="285" name="Google Shape;285;p38"/>
          <p:cNvSpPr/>
          <p:nvPr/>
        </p:nvSpPr>
        <p:spPr>
          <a:xfrm>
            <a:off x="4231481" y="3110055"/>
            <a:ext cx="362100" cy="490500"/>
          </a:xfrm>
          <a:prstGeom prst="rect">
            <a:avLst/>
          </a:prstGeom>
          <a:solidFill>
            <a:srgbClr val="FFC000"/>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Helvetica Neue"/>
              <a:ea typeface="Helvetica Neue"/>
              <a:cs typeface="Helvetica Neue"/>
              <a:sym typeface="Helvetica Neue"/>
            </a:endParaRPr>
          </a:p>
        </p:txBody>
      </p:sp>
      <p:sp>
        <p:nvSpPr>
          <p:cNvPr id="286" name="Google Shape;286;p38"/>
          <p:cNvSpPr/>
          <p:nvPr/>
        </p:nvSpPr>
        <p:spPr>
          <a:xfrm>
            <a:off x="4160043" y="2949447"/>
            <a:ext cx="514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788">
                <a:solidFill>
                  <a:srgbClr val="1F2937"/>
                </a:solidFill>
                <a:latin typeface="Helvetica Neue"/>
                <a:ea typeface="Helvetica Neue"/>
                <a:cs typeface="Helvetica Neue"/>
                <a:sym typeface="Helvetica Neue"/>
              </a:rPr>
              <a:t>0.387</a:t>
            </a:r>
            <a:endParaRPr b="1" sz="788">
              <a:solidFill>
                <a:srgbClr val="1F2937"/>
              </a:solidFill>
              <a:latin typeface="Helvetica Neue"/>
              <a:ea typeface="Helvetica Neue"/>
              <a:cs typeface="Helvetica Neue"/>
              <a:sym typeface="Helvetica Neue"/>
            </a:endParaRPr>
          </a:p>
        </p:txBody>
      </p:sp>
      <p:sp>
        <p:nvSpPr>
          <p:cNvPr id="287" name="Google Shape;287;p38"/>
          <p:cNvSpPr/>
          <p:nvPr/>
        </p:nvSpPr>
        <p:spPr>
          <a:xfrm>
            <a:off x="6181725" y="2207754"/>
            <a:ext cx="362100" cy="1395900"/>
          </a:xfrm>
          <a:prstGeom prst="rect">
            <a:avLst/>
          </a:prstGeom>
          <a:solidFill>
            <a:srgbClr val="FFC000"/>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Helvetica Neue"/>
              <a:ea typeface="Helvetica Neue"/>
              <a:cs typeface="Helvetica Neue"/>
              <a:sym typeface="Helvetica Neue"/>
            </a:endParaRPr>
          </a:p>
        </p:txBody>
      </p:sp>
      <p:sp>
        <p:nvSpPr>
          <p:cNvPr id="288" name="Google Shape;288;p38"/>
          <p:cNvSpPr/>
          <p:nvPr/>
        </p:nvSpPr>
        <p:spPr>
          <a:xfrm>
            <a:off x="6105525" y="2022605"/>
            <a:ext cx="514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788">
                <a:solidFill>
                  <a:srgbClr val="1F2937"/>
                </a:solidFill>
                <a:latin typeface="Helvetica Neue"/>
                <a:ea typeface="Helvetica Neue"/>
                <a:cs typeface="Helvetica Neue"/>
                <a:sym typeface="Helvetica Neue"/>
              </a:rPr>
              <a:t>0.980 </a:t>
            </a:r>
            <a:endParaRPr b="1" sz="788">
              <a:solidFill>
                <a:srgbClr val="1F2937"/>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9"/>
          <p:cNvSpPr txBox="1"/>
          <p:nvPr>
            <p:ph type="title"/>
          </p:nvPr>
        </p:nvSpPr>
        <p:spPr>
          <a:xfrm>
            <a:off x="640079" y="367401"/>
            <a:ext cx="7772400" cy="280500"/>
          </a:xfrm>
          <a:prstGeom prst="rect">
            <a:avLst/>
          </a:prstGeom>
          <a:noFill/>
          <a:ln>
            <a:noFill/>
          </a:ln>
        </p:spPr>
        <p:txBody>
          <a:bodyPr anchorCtr="0" anchor="b" bIns="0" lIns="0" spcFirstLastPara="1" rIns="0" wrap="square" tIns="0">
            <a:spAutoFit/>
          </a:bodyPr>
          <a:lstStyle/>
          <a:p>
            <a:pPr indent="0" lvl="0" marL="0" rtl="0" algn="l">
              <a:lnSpc>
                <a:spcPct val="90000"/>
              </a:lnSpc>
              <a:spcBef>
                <a:spcPts val="0"/>
              </a:spcBef>
              <a:spcAft>
                <a:spcPts val="0"/>
              </a:spcAft>
              <a:buClr>
                <a:srgbClr val="58595B"/>
              </a:buClr>
              <a:buSzPts val="2025"/>
              <a:buFont typeface="Helvetica Neue"/>
              <a:buNone/>
            </a:pPr>
            <a:r>
              <a:rPr b="1" lang="en-US" sz="2025">
                <a:solidFill>
                  <a:srgbClr val="58595B"/>
                </a:solidFill>
                <a:latin typeface="Helvetica Neue"/>
                <a:ea typeface="Helvetica Neue"/>
                <a:cs typeface="Helvetica Neue"/>
                <a:sym typeface="Helvetica Neue"/>
              </a:rPr>
              <a:t>What We Tested Beyond Rewrite</a:t>
            </a:r>
            <a:endParaRPr/>
          </a:p>
        </p:txBody>
      </p:sp>
      <p:sp>
        <p:nvSpPr>
          <p:cNvPr id="295" name="Google Shape;295;p39"/>
          <p:cNvSpPr/>
          <p:nvPr/>
        </p:nvSpPr>
        <p:spPr>
          <a:xfrm>
            <a:off x="1095375" y="1181100"/>
            <a:ext cx="68580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38">
                <a:solidFill>
                  <a:srgbClr val="2774AE"/>
                </a:solidFill>
                <a:latin typeface="Helvetica Neue"/>
                <a:ea typeface="Helvetica Neue"/>
                <a:cs typeface="Helvetica Neue"/>
                <a:sym typeface="Helvetica Neue"/>
              </a:rPr>
              <a:t>Direct success is necessary, but it is not the whole edit.</a:t>
            </a:r>
            <a:endParaRPr/>
          </a:p>
        </p:txBody>
      </p:sp>
      <p:sp>
        <p:nvSpPr>
          <p:cNvPr id="296" name="Google Shape;296;p39"/>
          <p:cNvSpPr/>
          <p:nvPr/>
        </p:nvSpPr>
        <p:spPr>
          <a:xfrm>
            <a:off x="1095375" y="1533525"/>
            <a:ext cx="7239000" cy="304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6D6E71"/>
                </a:solidFill>
                <a:latin typeface="Helvetica Neue"/>
                <a:ea typeface="Helvetica Neue"/>
                <a:cs typeface="Helvetica Neue"/>
                <a:sym typeface="Helvetica Neue"/>
              </a:rPr>
              <a:t>We separate three questions: does the target fact change, is unrelated behavior preserved, and do related consequences update?</a:t>
            </a:r>
            <a:endParaRPr/>
          </a:p>
        </p:txBody>
      </p:sp>
      <p:sp>
        <p:nvSpPr>
          <p:cNvPr id="297" name="Google Shape;297;p39"/>
          <p:cNvSpPr/>
          <p:nvPr/>
        </p:nvSpPr>
        <p:spPr>
          <a:xfrm>
            <a:off x="990600" y="2095500"/>
            <a:ext cx="1981200" cy="1428900"/>
          </a:xfrm>
          <a:prstGeom prst="rect">
            <a:avLst/>
          </a:prstGeom>
          <a:solidFill>
            <a:srgbClr val="000000">
              <a:alpha val="0"/>
            </a:srgbClr>
          </a:solidFill>
          <a:ln cap="flat" cmpd="sng" w="11425">
            <a:solidFill>
              <a:srgbClr val="C9D2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98" name="Google Shape;298;p39"/>
          <p:cNvSpPr/>
          <p:nvPr/>
        </p:nvSpPr>
        <p:spPr>
          <a:xfrm>
            <a:off x="990600" y="2095500"/>
            <a:ext cx="1981200" cy="247800"/>
          </a:xfrm>
          <a:prstGeom prst="rect">
            <a:avLst/>
          </a:prstGeom>
          <a:solidFill>
            <a:srgbClr val="2774AE"/>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299" name="Google Shape;299;p39"/>
          <p:cNvSpPr/>
          <p:nvPr/>
        </p:nvSpPr>
        <p:spPr>
          <a:xfrm>
            <a:off x="1104900" y="2162175"/>
            <a:ext cx="17526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38">
                <a:solidFill>
                  <a:srgbClr val="FFFFFF"/>
                </a:solidFill>
                <a:latin typeface="Helvetica Neue"/>
                <a:ea typeface="Helvetica Neue"/>
                <a:cs typeface="Helvetica Neue"/>
                <a:sym typeface="Helvetica Neue"/>
              </a:rPr>
              <a:t>Direct success</a:t>
            </a:r>
            <a:endParaRPr/>
          </a:p>
        </p:txBody>
      </p:sp>
      <p:sp>
        <p:nvSpPr>
          <p:cNvPr id="300" name="Google Shape;300;p39"/>
          <p:cNvSpPr/>
          <p:nvPr/>
        </p:nvSpPr>
        <p:spPr>
          <a:xfrm>
            <a:off x="1123950" y="2514600"/>
            <a:ext cx="17145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125">
                <a:solidFill>
                  <a:srgbClr val="58595B"/>
                </a:solidFill>
                <a:latin typeface="Helvetica Neue"/>
                <a:ea typeface="Helvetica Neue"/>
                <a:cs typeface="Helvetica Neue"/>
                <a:sym typeface="Helvetica Neue"/>
              </a:rPr>
              <a:t>Does the edited prompt produce the new target?</a:t>
            </a:r>
            <a:endParaRPr/>
          </a:p>
        </p:txBody>
      </p:sp>
      <p:sp>
        <p:nvSpPr>
          <p:cNvPr id="301" name="Google Shape;301;p39"/>
          <p:cNvSpPr/>
          <p:nvPr/>
        </p:nvSpPr>
        <p:spPr>
          <a:xfrm>
            <a:off x="1123950" y="3171825"/>
            <a:ext cx="1714500" cy="9600"/>
          </a:xfrm>
          <a:prstGeom prst="rect">
            <a:avLst/>
          </a:prstGeom>
          <a:solidFill>
            <a:srgbClr val="E5EAF2"/>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02" name="Google Shape;302;p39"/>
          <p:cNvSpPr/>
          <p:nvPr/>
        </p:nvSpPr>
        <p:spPr>
          <a:xfrm>
            <a:off x="1123950" y="3257550"/>
            <a:ext cx="1714500" cy="228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863">
                <a:solidFill>
                  <a:srgbClr val="6D6E71"/>
                </a:solidFill>
                <a:latin typeface="Helvetica Neue"/>
                <a:ea typeface="Helvetica Neue"/>
                <a:cs typeface="Helvetica Neue"/>
                <a:sym typeface="Helvetica Neue"/>
              </a:rPr>
              <a:t>rewrite / rephrase</a:t>
            </a:r>
            <a:endParaRPr/>
          </a:p>
        </p:txBody>
      </p:sp>
      <p:sp>
        <p:nvSpPr>
          <p:cNvPr id="303" name="Google Shape;303;p39"/>
          <p:cNvSpPr/>
          <p:nvPr/>
        </p:nvSpPr>
        <p:spPr>
          <a:xfrm>
            <a:off x="3009900" y="2667000"/>
            <a:ext cx="190500" cy="333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1950">
                <a:solidFill>
                  <a:srgbClr val="2774AE"/>
                </a:solidFill>
                <a:latin typeface="Helvetica Neue"/>
                <a:ea typeface="Helvetica Neue"/>
                <a:cs typeface="Helvetica Neue"/>
                <a:sym typeface="Helvetica Neue"/>
              </a:rPr>
              <a:t>&gt;</a:t>
            </a:r>
            <a:endParaRPr/>
          </a:p>
        </p:txBody>
      </p:sp>
      <p:sp>
        <p:nvSpPr>
          <p:cNvPr id="304" name="Google Shape;304;p39"/>
          <p:cNvSpPr/>
          <p:nvPr/>
        </p:nvSpPr>
        <p:spPr>
          <a:xfrm>
            <a:off x="3238500" y="2095500"/>
            <a:ext cx="1981200" cy="1428900"/>
          </a:xfrm>
          <a:prstGeom prst="rect">
            <a:avLst/>
          </a:prstGeom>
          <a:solidFill>
            <a:srgbClr val="000000">
              <a:alpha val="0"/>
            </a:srgbClr>
          </a:solidFill>
          <a:ln cap="flat" cmpd="sng" w="11425">
            <a:solidFill>
              <a:srgbClr val="C9D2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05" name="Google Shape;305;p39"/>
          <p:cNvSpPr/>
          <p:nvPr/>
        </p:nvSpPr>
        <p:spPr>
          <a:xfrm>
            <a:off x="3238500" y="2095500"/>
            <a:ext cx="1981200" cy="247800"/>
          </a:xfrm>
          <a:prstGeom prst="rect">
            <a:avLst/>
          </a:prstGeom>
          <a:solidFill>
            <a:srgbClr val="00856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06" name="Google Shape;306;p39"/>
          <p:cNvSpPr/>
          <p:nvPr/>
        </p:nvSpPr>
        <p:spPr>
          <a:xfrm>
            <a:off x="3352800" y="2162175"/>
            <a:ext cx="17526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38">
                <a:solidFill>
                  <a:srgbClr val="FFFFFF"/>
                </a:solidFill>
                <a:latin typeface="Helvetica Neue"/>
                <a:ea typeface="Helvetica Neue"/>
                <a:cs typeface="Helvetica Neue"/>
                <a:sym typeface="Helvetica Neue"/>
              </a:rPr>
              <a:t>Specificity</a:t>
            </a:r>
            <a:endParaRPr/>
          </a:p>
        </p:txBody>
      </p:sp>
      <p:sp>
        <p:nvSpPr>
          <p:cNvPr id="307" name="Google Shape;307;p39"/>
          <p:cNvSpPr/>
          <p:nvPr/>
        </p:nvSpPr>
        <p:spPr>
          <a:xfrm>
            <a:off x="3371850" y="2514600"/>
            <a:ext cx="17145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125">
                <a:solidFill>
                  <a:srgbClr val="58595B"/>
                </a:solidFill>
                <a:latin typeface="Helvetica Neue"/>
                <a:ea typeface="Helvetica Neue"/>
                <a:cs typeface="Helvetica Neue"/>
                <a:sym typeface="Helvetica Neue"/>
              </a:rPr>
              <a:t>Do unrelated prompts preserve the model's old behavior?</a:t>
            </a:r>
            <a:endParaRPr/>
          </a:p>
        </p:txBody>
      </p:sp>
      <p:sp>
        <p:nvSpPr>
          <p:cNvPr id="308" name="Google Shape;308;p39"/>
          <p:cNvSpPr/>
          <p:nvPr/>
        </p:nvSpPr>
        <p:spPr>
          <a:xfrm>
            <a:off x="3371850" y="3171825"/>
            <a:ext cx="1714500" cy="9600"/>
          </a:xfrm>
          <a:prstGeom prst="rect">
            <a:avLst/>
          </a:prstGeom>
          <a:solidFill>
            <a:srgbClr val="E5EAF2"/>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09" name="Google Shape;309;p39"/>
          <p:cNvSpPr/>
          <p:nvPr/>
        </p:nvSpPr>
        <p:spPr>
          <a:xfrm>
            <a:off x="3371850" y="3257550"/>
            <a:ext cx="1714500" cy="228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863">
                <a:solidFill>
                  <a:srgbClr val="6D6E71"/>
                </a:solidFill>
                <a:latin typeface="Helvetica Neue"/>
                <a:ea typeface="Helvetica Neue"/>
                <a:cs typeface="Helvetica Neue"/>
                <a:sym typeface="Helvetica Neue"/>
              </a:rPr>
              <a:t>CounterFact locality</a:t>
            </a:r>
            <a:endParaRPr/>
          </a:p>
        </p:txBody>
      </p:sp>
      <p:sp>
        <p:nvSpPr>
          <p:cNvPr id="310" name="Google Shape;310;p39"/>
          <p:cNvSpPr/>
          <p:nvPr/>
        </p:nvSpPr>
        <p:spPr>
          <a:xfrm>
            <a:off x="5257800" y="2667000"/>
            <a:ext cx="190500" cy="333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1950">
                <a:solidFill>
                  <a:srgbClr val="2774AE"/>
                </a:solidFill>
                <a:latin typeface="Helvetica Neue"/>
                <a:ea typeface="Helvetica Neue"/>
                <a:cs typeface="Helvetica Neue"/>
                <a:sym typeface="Helvetica Neue"/>
              </a:rPr>
              <a:t>&gt;</a:t>
            </a:r>
            <a:endParaRPr/>
          </a:p>
        </p:txBody>
      </p:sp>
      <p:sp>
        <p:nvSpPr>
          <p:cNvPr id="311" name="Google Shape;311;p39"/>
          <p:cNvSpPr/>
          <p:nvPr/>
        </p:nvSpPr>
        <p:spPr>
          <a:xfrm>
            <a:off x="5486400" y="2095500"/>
            <a:ext cx="1981200" cy="1428900"/>
          </a:xfrm>
          <a:prstGeom prst="rect">
            <a:avLst/>
          </a:prstGeom>
          <a:solidFill>
            <a:srgbClr val="000000">
              <a:alpha val="0"/>
            </a:srgbClr>
          </a:solidFill>
          <a:ln cap="flat" cmpd="sng" w="11425">
            <a:solidFill>
              <a:srgbClr val="C9D2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12" name="Google Shape;312;p39"/>
          <p:cNvSpPr/>
          <p:nvPr/>
        </p:nvSpPr>
        <p:spPr>
          <a:xfrm>
            <a:off x="5486400" y="2095500"/>
            <a:ext cx="1981200" cy="247800"/>
          </a:xfrm>
          <a:prstGeom prst="rect">
            <a:avLst/>
          </a:prstGeom>
          <a:solidFill>
            <a:srgbClr val="00375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13" name="Google Shape;313;p39"/>
          <p:cNvSpPr/>
          <p:nvPr/>
        </p:nvSpPr>
        <p:spPr>
          <a:xfrm>
            <a:off x="5600700" y="2162175"/>
            <a:ext cx="17526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38">
                <a:solidFill>
                  <a:srgbClr val="FFFFFF"/>
                </a:solidFill>
                <a:latin typeface="Helvetica Neue"/>
                <a:ea typeface="Helvetica Neue"/>
                <a:cs typeface="Helvetica Neue"/>
                <a:sym typeface="Helvetica Neue"/>
              </a:rPr>
              <a:t>Consistency</a:t>
            </a:r>
            <a:endParaRPr/>
          </a:p>
        </p:txBody>
      </p:sp>
      <p:sp>
        <p:nvSpPr>
          <p:cNvPr id="314" name="Google Shape;314;p39"/>
          <p:cNvSpPr/>
          <p:nvPr/>
        </p:nvSpPr>
        <p:spPr>
          <a:xfrm>
            <a:off x="5619750" y="2514600"/>
            <a:ext cx="17145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125">
                <a:solidFill>
                  <a:srgbClr val="58595B"/>
                </a:solidFill>
                <a:latin typeface="Helvetica Neue"/>
                <a:ea typeface="Helvetica Neue"/>
                <a:cs typeface="Helvetica Neue"/>
                <a:sym typeface="Helvetica Neue"/>
              </a:rPr>
              <a:t>Do related consequences update after the edit?</a:t>
            </a:r>
            <a:endParaRPr/>
          </a:p>
        </p:txBody>
      </p:sp>
      <p:sp>
        <p:nvSpPr>
          <p:cNvPr id="315" name="Google Shape;315;p39"/>
          <p:cNvSpPr/>
          <p:nvPr/>
        </p:nvSpPr>
        <p:spPr>
          <a:xfrm>
            <a:off x="5619750" y="3171825"/>
            <a:ext cx="1714500" cy="9600"/>
          </a:xfrm>
          <a:prstGeom prst="rect">
            <a:avLst/>
          </a:prstGeom>
          <a:solidFill>
            <a:srgbClr val="E5EAF2"/>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16" name="Google Shape;316;p39"/>
          <p:cNvSpPr/>
          <p:nvPr/>
        </p:nvSpPr>
        <p:spPr>
          <a:xfrm>
            <a:off x="5619750" y="3257550"/>
            <a:ext cx="1714500" cy="228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863">
                <a:solidFill>
                  <a:srgbClr val="6D6E71"/>
                </a:solidFill>
                <a:latin typeface="Helvetica Neue"/>
                <a:ea typeface="Helvetica Neue"/>
                <a:cs typeface="Helvetica Neue"/>
                <a:sym typeface="Helvetica Neue"/>
              </a:rPr>
              <a:t>probes / MQuAKE / RippleEdits</a:t>
            </a:r>
            <a:endParaRPr/>
          </a:p>
        </p:txBody>
      </p:sp>
      <p:sp>
        <p:nvSpPr>
          <p:cNvPr id="317" name="Google Shape;317;p39"/>
          <p:cNvSpPr/>
          <p:nvPr/>
        </p:nvSpPr>
        <p:spPr>
          <a:xfrm>
            <a:off x="1076325" y="3809999"/>
            <a:ext cx="6877200" cy="543000"/>
          </a:xfrm>
          <a:prstGeom prst="rect">
            <a:avLst/>
          </a:prstGeom>
          <a:solidFill>
            <a:srgbClr val="DAE6F4"/>
          </a:solidFill>
          <a:ln cap="flat" cmpd="sng" w="9525">
            <a:solidFill>
              <a:srgbClr val="DAE6F4"/>
            </a:solidFill>
            <a:prstDash val="solid"/>
            <a:round/>
            <a:headEnd len="sm" w="sm" type="none"/>
            <a:tailEnd len="sm" w="sm" type="none"/>
          </a:ln>
        </p:spPr>
        <p:txBody>
          <a:bodyPr anchorCtr="0" anchor="t" bIns="76200" lIns="114300" spcFirstLastPara="1" rIns="114300" wrap="square" tIns="85725">
            <a:noAutofit/>
          </a:bodyPr>
          <a:lstStyle/>
          <a:p>
            <a:pPr indent="0" lvl="0" marL="0" marR="0" rtl="0" algn="l">
              <a:spcBef>
                <a:spcPts val="0"/>
              </a:spcBef>
              <a:spcAft>
                <a:spcPts val="0"/>
              </a:spcAft>
              <a:buNone/>
            </a:pPr>
            <a:r>
              <a:rPr b="1" lang="en-US" sz="1350">
                <a:solidFill>
                  <a:srgbClr val="00375B"/>
                </a:solidFill>
                <a:latin typeface="Helvetica Neue"/>
                <a:ea typeface="Helvetica Neue"/>
                <a:cs typeface="Helvetica Neue"/>
                <a:sym typeface="Helvetica Neue"/>
              </a:rPr>
              <a:t>Result: direct factual recall improves more reliably than inverse, multi-hop, or ripple consistency.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0"/>
          <p:cNvSpPr txBox="1"/>
          <p:nvPr>
            <p:ph type="title"/>
          </p:nvPr>
        </p:nvSpPr>
        <p:spPr>
          <a:xfrm>
            <a:off x="640079" y="367401"/>
            <a:ext cx="7772400" cy="280500"/>
          </a:xfrm>
          <a:prstGeom prst="rect">
            <a:avLst/>
          </a:prstGeom>
          <a:noFill/>
          <a:ln>
            <a:noFill/>
          </a:ln>
        </p:spPr>
        <p:txBody>
          <a:bodyPr anchorCtr="0" anchor="b" bIns="0" lIns="0" spcFirstLastPara="1" rIns="0" wrap="square" tIns="0">
            <a:spAutoFit/>
          </a:bodyPr>
          <a:lstStyle/>
          <a:p>
            <a:pPr indent="0" lvl="0" marL="0" rtl="0" algn="l">
              <a:lnSpc>
                <a:spcPct val="90000"/>
              </a:lnSpc>
              <a:spcBef>
                <a:spcPts val="0"/>
              </a:spcBef>
              <a:spcAft>
                <a:spcPts val="0"/>
              </a:spcAft>
              <a:buClr>
                <a:srgbClr val="58595B"/>
              </a:buClr>
              <a:buSzPts val="2025"/>
              <a:buFont typeface="Helvetica Neue"/>
              <a:buNone/>
            </a:pPr>
            <a:r>
              <a:rPr b="1" lang="en-US" sz="2025">
                <a:solidFill>
                  <a:srgbClr val="58595B"/>
                </a:solidFill>
                <a:latin typeface="Helvetica Neue"/>
                <a:ea typeface="Helvetica Neue"/>
                <a:cs typeface="Helvetica Neue"/>
                <a:sym typeface="Helvetica Neue"/>
              </a:rPr>
              <a:t>Rewrite Success Is Not Logical Consistency</a:t>
            </a:r>
            <a:endParaRPr/>
          </a:p>
        </p:txBody>
      </p:sp>
      <p:sp>
        <p:nvSpPr>
          <p:cNvPr id="324" name="Google Shape;324;p40"/>
          <p:cNvSpPr/>
          <p:nvPr/>
        </p:nvSpPr>
        <p:spPr>
          <a:xfrm>
            <a:off x="1095375" y="1181100"/>
            <a:ext cx="68580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38">
                <a:solidFill>
                  <a:srgbClr val="2774AE"/>
                </a:solidFill>
                <a:latin typeface="Helvetica Neue"/>
                <a:ea typeface="Helvetica Neue"/>
                <a:cs typeface="Helvetica Neue"/>
                <a:sym typeface="Helvetica Neue"/>
              </a:rPr>
              <a:t>225-probe diagnostic set</a:t>
            </a:r>
            <a:endParaRPr/>
          </a:p>
        </p:txBody>
      </p:sp>
      <p:sp>
        <p:nvSpPr>
          <p:cNvPr id="325" name="Google Shape;325;p40"/>
          <p:cNvSpPr/>
          <p:nvPr/>
        </p:nvSpPr>
        <p:spPr>
          <a:xfrm>
            <a:off x="1095375" y="1533525"/>
            <a:ext cx="7239000" cy="304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6D6E71"/>
                </a:solidFill>
                <a:latin typeface="Helvetica Neue"/>
                <a:ea typeface="Helvetica Neue"/>
                <a:cs typeface="Helvetica Neue"/>
                <a:sym typeface="Helvetica Neue"/>
              </a:rPr>
              <a:t>Total probe scores stay below 0.43, and inverse transfer is the clearest failure mode.</a:t>
            </a:r>
            <a:endParaRPr/>
          </a:p>
        </p:txBody>
      </p:sp>
      <p:sp>
        <p:nvSpPr>
          <p:cNvPr id="326" name="Google Shape;326;p40"/>
          <p:cNvSpPr/>
          <p:nvPr/>
        </p:nvSpPr>
        <p:spPr>
          <a:xfrm>
            <a:off x="838200" y="1905000"/>
            <a:ext cx="1333500" cy="685800"/>
          </a:xfrm>
          <a:prstGeom prst="rect">
            <a:avLst/>
          </a:prstGeom>
          <a:solidFill>
            <a:srgbClr val="000000">
              <a:alpha val="0"/>
            </a:srgbClr>
          </a:solidFill>
          <a:ln cap="flat" cmpd="sng" w="11425">
            <a:solidFill>
              <a:srgbClr val="C9D2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27" name="Google Shape;327;p40"/>
          <p:cNvSpPr/>
          <p:nvPr/>
        </p:nvSpPr>
        <p:spPr>
          <a:xfrm>
            <a:off x="971550" y="2028825"/>
            <a:ext cx="1066800" cy="228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2774AE"/>
                </a:solidFill>
                <a:latin typeface="Helvetica Neue"/>
                <a:ea typeface="Helvetica Neue"/>
                <a:cs typeface="Helvetica Neue"/>
                <a:sym typeface="Helvetica Neue"/>
              </a:rPr>
              <a:t>40.0%</a:t>
            </a:r>
            <a:endParaRPr b="1" sz="1875">
              <a:solidFill>
                <a:srgbClr val="2774AE"/>
              </a:solidFill>
              <a:latin typeface="Helvetica Neue"/>
              <a:ea typeface="Helvetica Neue"/>
              <a:cs typeface="Helvetica Neue"/>
              <a:sym typeface="Helvetica Neue"/>
            </a:endParaRPr>
          </a:p>
        </p:txBody>
      </p:sp>
      <p:sp>
        <p:nvSpPr>
          <p:cNvPr id="328" name="Google Shape;328;p40"/>
          <p:cNvSpPr/>
          <p:nvPr/>
        </p:nvSpPr>
        <p:spPr>
          <a:xfrm>
            <a:off x="971550" y="2333625"/>
            <a:ext cx="10668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863">
                <a:solidFill>
                  <a:srgbClr val="6D6E71"/>
                </a:solidFill>
                <a:latin typeface="Helvetica Neue"/>
                <a:ea typeface="Helvetica Neue"/>
                <a:cs typeface="Helvetica Neue"/>
                <a:sym typeface="Helvetica Neue"/>
              </a:rPr>
              <a:t>ROME total pass</a:t>
            </a:r>
            <a:endParaRPr/>
          </a:p>
        </p:txBody>
      </p:sp>
      <p:sp>
        <p:nvSpPr>
          <p:cNvPr id="329" name="Google Shape;329;p40"/>
          <p:cNvSpPr/>
          <p:nvPr/>
        </p:nvSpPr>
        <p:spPr>
          <a:xfrm>
            <a:off x="2333625" y="1905000"/>
            <a:ext cx="1333500" cy="685800"/>
          </a:xfrm>
          <a:prstGeom prst="rect">
            <a:avLst/>
          </a:prstGeom>
          <a:solidFill>
            <a:srgbClr val="000000">
              <a:alpha val="0"/>
            </a:srgbClr>
          </a:solidFill>
          <a:ln cap="flat" cmpd="sng" w="11425">
            <a:solidFill>
              <a:srgbClr val="C9D2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30" name="Google Shape;330;p40"/>
          <p:cNvSpPr/>
          <p:nvPr/>
        </p:nvSpPr>
        <p:spPr>
          <a:xfrm>
            <a:off x="2466975" y="2028825"/>
            <a:ext cx="1066800" cy="228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00856B"/>
                </a:solidFill>
                <a:latin typeface="Helvetica Neue"/>
                <a:ea typeface="Helvetica Neue"/>
                <a:cs typeface="Helvetica Neue"/>
                <a:sym typeface="Helvetica Neue"/>
              </a:rPr>
              <a:t>42.2%</a:t>
            </a:r>
            <a:endParaRPr b="1" sz="1875">
              <a:solidFill>
                <a:srgbClr val="00856B"/>
              </a:solidFill>
              <a:latin typeface="Helvetica Neue"/>
              <a:ea typeface="Helvetica Neue"/>
              <a:cs typeface="Helvetica Neue"/>
              <a:sym typeface="Helvetica Neue"/>
            </a:endParaRPr>
          </a:p>
        </p:txBody>
      </p:sp>
      <p:sp>
        <p:nvSpPr>
          <p:cNvPr id="331" name="Google Shape;331;p40"/>
          <p:cNvSpPr/>
          <p:nvPr/>
        </p:nvSpPr>
        <p:spPr>
          <a:xfrm>
            <a:off x="2466975" y="2333625"/>
            <a:ext cx="10668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863">
                <a:solidFill>
                  <a:srgbClr val="6D6E71"/>
                </a:solidFill>
                <a:latin typeface="Helvetica Neue"/>
                <a:ea typeface="Helvetica Neue"/>
                <a:cs typeface="Helvetica Neue"/>
                <a:sym typeface="Helvetica Neue"/>
              </a:rPr>
              <a:t>MEMIT total pass</a:t>
            </a:r>
            <a:endParaRPr/>
          </a:p>
        </p:txBody>
      </p:sp>
      <p:sp>
        <p:nvSpPr>
          <p:cNvPr id="332" name="Google Shape;332;p40"/>
          <p:cNvSpPr/>
          <p:nvPr/>
        </p:nvSpPr>
        <p:spPr>
          <a:xfrm>
            <a:off x="3829050" y="1905000"/>
            <a:ext cx="1333500" cy="685800"/>
          </a:xfrm>
          <a:prstGeom prst="rect">
            <a:avLst/>
          </a:prstGeom>
          <a:solidFill>
            <a:srgbClr val="000000">
              <a:alpha val="0"/>
            </a:srgbClr>
          </a:solidFill>
          <a:ln cap="flat" cmpd="sng" w="11425">
            <a:solidFill>
              <a:srgbClr val="C9D2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33" name="Google Shape;333;p40"/>
          <p:cNvSpPr/>
          <p:nvPr/>
        </p:nvSpPr>
        <p:spPr>
          <a:xfrm>
            <a:off x="3962400" y="2028825"/>
            <a:ext cx="1066800" cy="228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00375B"/>
                </a:solidFill>
                <a:latin typeface="Helvetica Neue"/>
                <a:ea typeface="Helvetica Neue"/>
                <a:cs typeface="Helvetica Neue"/>
                <a:sym typeface="Helvetica Neue"/>
              </a:rPr>
              <a:t>37.8%</a:t>
            </a:r>
            <a:endParaRPr b="1" sz="1875">
              <a:solidFill>
                <a:srgbClr val="00375B"/>
              </a:solidFill>
              <a:latin typeface="Helvetica Neue"/>
              <a:ea typeface="Helvetica Neue"/>
              <a:cs typeface="Helvetica Neue"/>
              <a:sym typeface="Helvetica Neue"/>
            </a:endParaRPr>
          </a:p>
        </p:txBody>
      </p:sp>
      <p:sp>
        <p:nvSpPr>
          <p:cNvPr id="334" name="Google Shape;334;p40"/>
          <p:cNvSpPr/>
          <p:nvPr/>
        </p:nvSpPr>
        <p:spPr>
          <a:xfrm>
            <a:off x="3962400" y="2333625"/>
            <a:ext cx="10668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863">
                <a:solidFill>
                  <a:srgbClr val="6D6E71"/>
                </a:solidFill>
                <a:latin typeface="Helvetica Neue"/>
                <a:ea typeface="Helvetica Neue"/>
                <a:cs typeface="Helvetica Neue"/>
                <a:sym typeface="Helvetica Neue"/>
              </a:rPr>
              <a:t>IKE total pass</a:t>
            </a:r>
            <a:endParaRPr/>
          </a:p>
        </p:txBody>
      </p:sp>
      <p:sp>
        <p:nvSpPr>
          <p:cNvPr id="335" name="Google Shape;335;p40"/>
          <p:cNvSpPr/>
          <p:nvPr/>
        </p:nvSpPr>
        <p:spPr>
          <a:xfrm>
            <a:off x="5924550" y="1905000"/>
            <a:ext cx="249570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58595B"/>
                </a:solidFill>
                <a:latin typeface="Helvetica Neue"/>
                <a:ea typeface="Helvetica Neue"/>
                <a:cs typeface="Helvetica Neue"/>
                <a:sym typeface="Helvetica Neue"/>
              </a:rPr>
              <a:t>Inverse transfer pass rate</a:t>
            </a:r>
            <a:endParaRPr/>
          </a:p>
        </p:txBody>
      </p:sp>
      <p:sp>
        <p:nvSpPr>
          <p:cNvPr id="336" name="Google Shape;336;p40"/>
          <p:cNvSpPr/>
          <p:nvPr/>
        </p:nvSpPr>
        <p:spPr>
          <a:xfrm>
            <a:off x="5924550" y="2390775"/>
            <a:ext cx="2381400" cy="9600"/>
          </a:xfrm>
          <a:prstGeom prst="rect">
            <a:avLst/>
          </a:prstGeom>
          <a:solidFill>
            <a:srgbClr val="E5EAF2"/>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37" name="Google Shape;337;p40"/>
          <p:cNvSpPr/>
          <p:nvPr/>
        </p:nvSpPr>
        <p:spPr>
          <a:xfrm>
            <a:off x="5924550" y="2171700"/>
            <a:ext cx="10479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13">
                <a:solidFill>
                  <a:srgbClr val="58595B"/>
                </a:solidFill>
                <a:latin typeface="Helvetica Neue"/>
                <a:ea typeface="Helvetica Neue"/>
                <a:cs typeface="Helvetica Neue"/>
                <a:sym typeface="Helvetica Neue"/>
              </a:rPr>
              <a:t>ROME</a:t>
            </a:r>
            <a:endParaRPr/>
          </a:p>
        </p:txBody>
      </p:sp>
      <p:sp>
        <p:nvSpPr>
          <p:cNvPr id="338" name="Google Shape;338;p40"/>
          <p:cNvSpPr/>
          <p:nvPr/>
        </p:nvSpPr>
        <p:spPr>
          <a:xfrm>
            <a:off x="7277100" y="2171700"/>
            <a:ext cx="7620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1" lang="en-US" sz="1013">
                <a:solidFill>
                  <a:srgbClr val="2774AE"/>
                </a:solidFill>
                <a:latin typeface="Helvetica Neue"/>
                <a:ea typeface="Helvetica Neue"/>
                <a:cs typeface="Helvetica Neue"/>
                <a:sym typeface="Helvetica Neue"/>
              </a:rPr>
              <a:t>0.0%</a:t>
            </a:r>
            <a:endParaRPr b="1" sz="1013">
              <a:solidFill>
                <a:srgbClr val="2774AE"/>
              </a:solidFill>
              <a:latin typeface="Helvetica Neue"/>
              <a:ea typeface="Helvetica Neue"/>
              <a:cs typeface="Helvetica Neue"/>
              <a:sym typeface="Helvetica Neue"/>
            </a:endParaRPr>
          </a:p>
        </p:txBody>
      </p:sp>
      <p:sp>
        <p:nvSpPr>
          <p:cNvPr id="339" name="Google Shape;339;p40"/>
          <p:cNvSpPr/>
          <p:nvPr/>
        </p:nvSpPr>
        <p:spPr>
          <a:xfrm>
            <a:off x="5924550" y="2638425"/>
            <a:ext cx="2381400" cy="9600"/>
          </a:xfrm>
          <a:prstGeom prst="rect">
            <a:avLst/>
          </a:prstGeom>
          <a:solidFill>
            <a:srgbClr val="E5EAF2"/>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40" name="Google Shape;340;p40"/>
          <p:cNvSpPr/>
          <p:nvPr/>
        </p:nvSpPr>
        <p:spPr>
          <a:xfrm>
            <a:off x="5924550" y="2419350"/>
            <a:ext cx="10479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13">
                <a:solidFill>
                  <a:srgbClr val="58595B"/>
                </a:solidFill>
                <a:latin typeface="Helvetica Neue"/>
                <a:ea typeface="Helvetica Neue"/>
                <a:cs typeface="Helvetica Neue"/>
                <a:sym typeface="Helvetica Neue"/>
              </a:rPr>
              <a:t>MEMIT</a:t>
            </a:r>
            <a:endParaRPr/>
          </a:p>
        </p:txBody>
      </p:sp>
      <p:sp>
        <p:nvSpPr>
          <p:cNvPr id="341" name="Google Shape;341;p40"/>
          <p:cNvSpPr/>
          <p:nvPr/>
        </p:nvSpPr>
        <p:spPr>
          <a:xfrm>
            <a:off x="7277100" y="2419350"/>
            <a:ext cx="7620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1" lang="en-US" sz="1013">
                <a:solidFill>
                  <a:srgbClr val="2774AE"/>
                </a:solidFill>
                <a:latin typeface="Helvetica Neue"/>
                <a:ea typeface="Helvetica Neue"/>
                <a:cs typeface="Helvetica Neue"/>
                <a:sym typeface="Helvetica Neue"/>
              </a:rPr>
              <a:t>0.0%</a:t>
            </a:r>
            <a:endParaRPr b="1" sz="1013">
              <a:solidFill>
                <a:srgbClr val="2774AE"/>
              </a:solidFill>
              <a:latin typeface="Helvetica Neue"/>
              <a:ea typeface="Helvetica Neue"/>
              <a:cs typeface="Helvetica Neue"/>
              <a:sym typeface="Helvetica Neue"/>
            </a:endParaRPr>
          </a:p>
        </p:txBody>
      </p:sp>
      <p:sp>
        <p:nvSpPr>
          <p:cNvPr id="342" name="Google Shape;342;p40"/>
          <p:cNvSpPr/>
          <p:nvPr/>
        </p:nvSpPr>
        <p:spPr>
          <a:xfrm>
            <a:off x="5924550" y="2886075"/>
            <a:ext cx="2381400" cy="9600"/>
          </a:xfrm>
          <a:prstGeom prst="rect">
            <a:avLst/>
          </a:prstGeom>
          <a:solidFill>
            <a:srgbClr val="E5EAF2"/>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43" name="Google Shape;343;p40"/>
          <p:cNvSpPr/>
          <p:nvPr/>
        </p:nvSpPr>
        <p:spPr>
          <a:xfrm>
            <a:off x="5924550" y="2667000"/>
            <a:ext cx="10479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13">
                <a:solidFill>
                  <a:srgbClr val="58595B"/>
                </a:solidFill>
                <a:latin typeface="Helvetica Neue"/>
                <a:ea typeface="Helvetica Neue"/>
                <a:cs typeface="Helvetica Neue"/>
                <a:sym typeface="Helvetica Neue"/>
              </a:rPr>
              <a:t>IKE</a:t>
            </a:r>
            <a:endParaRPr/>
          </a:p>
        </p:txBody>
      </p:sp>
      <p:sp>
        <p:nvSpPr>
          <p:cNvPr id="344" name="Google Shape;344;p40"/>
          <p:cNvSpPr/>
          <p:nvPr/>
        </p:nvSpPr>
        <p:spPr>
          <a:xfrm>
            <a:off x="7277100" y="2667000"/>
            <a:ext cx="7620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1" lang="en-US" sz="1013">
                <a:solidFill>
                  <a:srgbClr val="2774AE"/>
                </a:solidFill>
                <a:latin typeface="Helvetica Neue"/>
                <a:ea typeface="Helvetica Neue"/>
                <a:cs typeface="Helvetica Neue"/>
                <a:sym typeface="Helvetica Neue"/>
              </a:rPr>
              <a:t>8.9%</a:t>
            </a:r>
            <a:endParaRPr b="1" sz="1013">
              <a:solidFill>
                <a:srgbClr val="2774AE"/>
              </a:solidFill>
              <a:latin typeface="Helvetica Neue"/>
              <a:ea typeface="Helvetica Neue"/>
              <a:cs typeface="Helvetica Neue"/>
              <a:sym typeface="Helvetica Neue"/>
            </a:endParaRPr>
          </a:p>
        </p:txBody>
      </p:sp>
      <p:sp>
        <p:nvSpPr>
          <p:cNvPr id="345" name="Google Shape;345;p40"/>
          <p:cNvSpPr/>
          <p:nvPr/>
        </p:nvSpPr>
        <p:spPr>
          <a:xfrm>
            <a:off x="857250" y="2990850"/>
            <a:ext cx="3733800" cy="495300"/>
          </a:xfrm>
          <a:prstGeom prst="rect">
            <a:avLst/>
          </a:prstGeom>
          <a:solidFill>
            <a:srgbClr val="000000">
              <a:alpha val="0"/>
            </a:srgbClr>
          </a:solidFill>
          <a:ln cap="flat" cmpd="sng" w="10475">
            <a:solidFill>
              <a:srgbClr val="C9D2DD"/>
            </a:solidFill>
            <a:prstDash val="solid"/>
            <a:round/>
            <a:headEnd len="sm" w="sm" type="none"/>
            <a:tailEnd len="sm" w="sm" type="none"/>
          </a:ln>
        </p:spPr>
        <p:txBody>
          <a:bodyPr anchorCtr="0" anchor="t" bIns="76200" lIns="114300" spcFirstLastPara="1" rIns="114300" wrap="square" tIns="76200">
            <a:noAutofit/>
          </a:bodyPr>
          <a:lstStyle/>
          <a:p>
            <a:pPr indent="0" lvl="0" marL="0" marR="0" rtl="0" algn="l">
              <a:spcBef>
                <a:spcPts val="0"/>
              </a:spcBef>
              <a:spcAft>
                <a:spcPts val="0"/>
              </a:spcAft>
              <a:buNone/>
            </a:pPr>
            <a:r>
              <a:rPr b="0" lang="en-US" sz="1125">
                <a:solidFill>
                  <a:srgbClr val="58595B"/>
                </a:solidFill>
                <a:latin typeface="Helvetica Neue"/>
                <a:ea typeface="Helvetica Neue"/>
                <a:cs typeface="Helvetica Neue"/>
                <a:sym typeface="Helvetica Neue"/>
              </a:rPr>
              <a:t>Hardest failure mode: edits often do not transfer from subject-to-object form into object-to-subject queries.</a:t>
            </a:r>
            <a:endParaRPr/>
          </a:p>
        </p:txBody>
      </p:sp>
      <p:sp>
        <p:nvSpPr>
          <p:cNvPr id="346" name="Google Shape;346;p40"/>
          <p:cNvSpPr/>
          <p:nvPr/>
        </p:nvSpPr>
        <p:spPr>
          <a:xfrm>
            <a:off x="4953000" y="2990850"/>
            <a:ext cx="3190800" cy="495300"/>
          </a:xfrm>
          <a:prstGeom prst="rect">
            <a:avLst/>
          </a:prstGeom>
          <a:solidFill>
            <a:srgbClr val="000000">
              <a:alpha val="0"/>
            </a:srgbClr>
          </a:solidFill>
          <a:ln cap="flat" cmpd="sng" w="10475">
            <a:solidFill>
              <a:srgbClr val="C9D2DD"/>
            </a:solidFill>
            <a:prstDash val="solid"/>
            <a:round/>
            <a:headEnd len="sm" w="sm" type="none"/>
            <a:tailEnd len="sm" w="sm" type="none"/>
          </a:ln>
        </p:spPr>
        <p:txBody>
          <a:bodyPr anchorCtr="0" anchor="t" bIns="76200" lIns="114300" spcFirstLastPara="1" rIns="114300" wrap="square" tIns="76200">
            <a:noAutofit/>
          </a:bodyPr>
          <a:lstStyle/>
          <a:p>
            <a:pPr indent="0" lvl="0" marL="0" marR="0" rtl="0" algn="l">
              <a:spcBef>
                <a:spcPts val="0"/>
              </a:spcBef>
              <a:spcAft>
                <a:spcPts val="0"/>
              </a:spcAft>
              <a:buNone/>
            </a:pPr>
            <a:r>
              <a:rPr b="0" lang="en-US" sz="1125">
                <a:solidFill>
                  <a:srgbClr val="58595B"/>
                </a:solidFill>
                <a:latin typeface="Helvetica Neue"/>
                <a:ea typeface="Helvetica Neue"/>
                <a:cs typeface="Helvetica Neue"/>
                <a:sym typeface="Helvetica Neue"/>
              </a:rPr>
              <a:t>A model can learn to say the new fact without updating nearby consequences.</a:t>
            </a:r>
            <a:endParaRPr/>
          </a:p>
        </p:txBody>
      </p:sp>
      <p:sp>
        <p:nvSpPr>
          <p:cNvPr id="347" name="Google Shape;347;p40"/>
          <p:cNvSpPr/>
          <p:nvPr/>
        </p:nvSpPr>
        <p:spPr>
          <a:xfrm>
            <a:off x="838200" y="3829050"/>
            <a:ext cx="7334400" cy="590700"/>
          </a:xfrm>
          <a:prstGeom prst="rect">
            <a:avLst/>
          </a:prstGeom>
          <a:solidFill>
            <a:srgbClr val="000000">
              <a:alpha val="0"/>
            </a:srgbClr>
          </a:solidFill>
          <a:ln cap="flat" cmpd="sng" w="10475">
            <a:solidFill>
              <a:srgbClr val="E7C76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48" name="Google Shape;348;p40"/>
          <p:cNvSpPr/>
          <p:nvPr/>
        </p:nvSpPr>
        <p:spPr>
          <a:xfrm>
            <a:off x="838200" y="3829050"/>
            <a:ext cx="66600" cy="590700"/>
          </a:xfrm>
          <a:prstGeom prst="rect">
            <a:avLst/>
          </a:prstGeom>
          <a:solidFill>
            <a:srgbClr val="FFC72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49" name="Google Shape;349;p40"/>
          <p:cNvSpPr/>
          <p:nvPr/>
        </p:nvSpPr>
        <p:spPr>
          <a:xfrm>
            <a:off x="1028700" y="3924300"/>
            <a:ext cx="7067700" cy="381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035">
                <a:solidFill>
                  <a:srgbClr val="2F2F2F"/>
                </a:solidFill>
                <a:latin typeface="Helvetica Neue"/>
                <a:ea typeface="Helvetica Neue"/>
                <a:cs typeface="Helvetica Neue"/>
                <a:sym typeface="Helvetica Neue"/>
              </a:rPr>
              <a:t>Qualitative example: after editing Sanofi headquarters from Paris to Berlin, a direct paraphrase can succeed while an inverse query like "Which company has its headquarters in Berlin?" still fails to return Sanofi.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1"/>
          <p:cNvSpPr txBox="1"/>
          <p:nvPr>
            <p:ph idx="1" type="body"/>
          </p:nvPr>
        </p:nvSpPr>
        <p:spPr>
          <a:xfrm>
            <a:off x="814200" y="1023900"/>
            <a:ext cx="7872600" cy="3650100"/>
          </a:xfrm>
          <a:prstGeom prst="rect">
            <a:avLst/>
          </a:prstGeom>
          <a:noFill/>
          <a:ln>
            <a:noFill/>
          </a:ln>
        </p:spPr>
        <p:txBody>
          <a:bodyPr anchorCtr="0" anchor="t" bIns="0" lIns="0" spcFirstLastPara="1" rIns="0" wrap="square" tIns="0">
            <a:spAutoFit/>
          </a:bodyPr>
          <a:lstStyle/>
          <a:p>
            <a:pPr indent="-317500" lvl="0" marL="457200" rtl="0" algn="l">
              <a:lnSpc>
                <a:spcPct val="157142"/>
              </a:lnSpc>
              <a:spcBef>
                <a:spcPts val="0"/>
              </a:spcBef>
              <a:spcAft>
                <a:spcPts val="0"/>
              </a:spcAft>
              <a:buClr>
                <a:srgbClr val="1A1C1F"/>
              </a:buClr>
              <a:buSzPts val="1400"/>
              <a:buFont typeface="Times New Roman"/>
              <a:buChar char="●"/>
            </a:pPr>
            <a:r>
              <a:rPr lang="en-US">
                <a:solidFill>
                  <a:srgbClr val="1A1C1F"/>
                </a:solidFill>
                <a:highlight>
                  <a:srgbClr val="FFFFFF"/>
                </a:highlight>
                <a:latin typeface="Times New Roman"/>
                <a:ea typeface="Times New Roman"/>
                <a:cs typeface="Times New Roman"/>
                <a:sym typeface="Times New Roman"/>
              </a:rPr>
              <a:t>Existing knowledge-editing benchmarks mostly test whether the edited model remembers a new fact</a:t>
            </a:r>
            <a:endParaRPr>
              <a:solidFill>
                <a:srgbClr val="1A1C1F"/>
              </a:solidFill>
              <a:highlight>
                <a:srgbClr val="FFFFFF"/>
              </a:highlight>
              <a:latin typeface="Times New Roman"/>
              <a:ea typeface="Times New Roman"/>
              <a:cs typeface="Times New Roman"/>
              <a:sym typeface="Times New Roman"/>
            </a:endParaRPr>
          </a:p>
          <a:p>
            <a:pPr indent="-317500" lvl="0" marL="457200" rtl="0" algn="l">
              <a:lnSpc>
                <a:spcPct val="157142"/>
              </a:lnSpc>
              <a:spcBef>
                <a:spcPts val="0"/>
              </a:spcBef>
              <a:spcAft>
                <a:spcPts val="0"/>
              </a:spcAft>
              <a:buClr>
                <a:srgbClr val="1A1C1F"/>
              </a:buClr>
              <a:buSzPts val="1400"/>
              <a:buFont typeface="Times New Roman"/>
              <a:buChar char="●"/>
            </a:pPr>
            <a:r>
              <a:rPr lang="en-US">
                <a:solidFill>
                  <a:srgbClr val="1A1C1F"/>
                </a:solidFill>
                <a:highlight>
                  <a:srgbClr val="FFFFFF"/>
                </a:highlight>
                <a:latin typeface="Times New Roman"/>
                <a:ea typeface="Times New Roman"/>
                <a:cs typeface="Times New Roman"/>
                <a:sym typeface="Times New Roman"/>
              </a:rPr>
              <a:t>Real systems often use RAG	</a:t>
            </a:r>
            <a:endParaRPr>
              <a:solidFill>
                <a:srgbClr val="1A1C1F"/>
              </a:solidFill>
              <a:highlight>
                <a:srgbClr val="FFFFFF"/>
              </a:highlight>
              <a:latin typeface="Times New Roman"/>
              <a:ea typeface="Times New Roman"/>
              <a:cs typeface="Times New Roman"/>
              <a:sym typeface="Times New Roman"/>
            </a:endParaRPr>
          </a:p>
          <a:p>
            <a:pPr indent="-342900" lvl="1" marL="914400" rtl="0" algn="l">
              <a:lnSpc>
                <a:spcPct val="157142"/>
              </a:lnSpc>
              <a:spcBef>
                <a:spcPts val="0"/>
              </a:spcBef>
              <a:spcAft>
                <a:spcPts val="0"/>
              </a:spcAft>
              <a:buClr>
                <a:srgbClr val="1A1C1F"/>
              </a:buClr>
              <a:buSzPts val="1800"/>
              <a:buFont typeface="Times New Roman"/>
              <a:buChar char="○"/>
            </a:pPr>
            <a:r>
              <a:rPr lang="en-US">
                <a:solidFill>
                  <a:srgbClr val="1A1C1F"/>
                </a:solidFill>
                <a:highlight>
                  <a:srgbClr val="FFFFFF"/>
                </a:highlight>
                <a:latin typeface="Times New Roman"/>
                <a:ea typeface="Times New Roman"/>
                <a:cs typeface="Times New Roman"/>
                <a:sym typeface="Times New Roman"/>
              </a:rPr>
              <a:t>Model sees retrieved documents at inference time.</a:t>
            </a:r>
            <a:endParaRPr>
              <a:solidFill>
                <a:srgbClr val="1A1C1F"/>
              </a:solidFill>
              <a:highlight>
                <a:srgbClr val="FFFFFF"/>
              </a:highlight>
              <a:latin typeface="Times New Roman"/>
              <a:ea typeface="Times New Roman"/>
              <a:cs typeface="Times New Roman"/>
              <a:sym typeface="Times New Roman"/>
            </a:endParaRPr>
          </a:p>
          <a:p>
            <a:pPr indent="-317500" lvl="0" marL="457200" rtl="0" algn="l">
              <a:lnSpc>
                <a:spcPct val="157142"/>
              </a:lnSpc>
              <a:spcBef>
                <a:spcPts val="0"/>
              </a:spcBef>
              <a:spcAft>
                <a:spcPts val="0"/>
              </a:spcAft>
              <a:buClr>
                <a:srgbClr val="1A1C1F"/>
              </a:buClr>
              <a:buSzPts val="1400"/>
              <a:buFont typeface="Times New Roman"/>
              <a:buChar char="●"/>
            </a:pPr>
            <a:r>
              <a:rPr lang="en-US">
                <a:solidFill>
                  <a:srgbClr val="1A1C1F"/>
                </a:solidFill>
                <a:highlight>
                  <a:srgbClr val="FFFFFF"/>
                </a:highlight>
                <a:latin typeface="Times New Roman"/>
                <a:ea typeface="Times New Roman"/>
                <a:cs typeface="Times New Roman"/>
                <a:sym typeface="Times New Roman"/>
              </a:rPr>
              <a:t>Question:</a:t>
            </a:r>
            <a:endParaRPr>
              <a:solidFill>
                <a:srgbClr val="1A1C1F"/>
              </a:solidFill>
              <a:highlight>
                <a:srgbClr val="FFFFFF"/>
              </a:highlight>
              <a:latin typeface="Times New Roman"/>
              <a:ea typeface="Times New Roman"/>
              <a:cs typeface="Times New Roman"/>
              <a:sym typeface="Times New Roman"/>
            </a:endParaRPr>
          </a:p>
          <a:p>
            <a:pPr indent="-317500" lvl="1" marL="914400" rtl="0" algn="l">
              <a:lnSpc>
                <a:spcPct val="157142"/>
              </a:lnSpc>
              <a:spcBef>
                <a:spcPts val="0"/>
              </a:spcBef>
              <a:spcAft>
                <a:spcPts val="0"/>
              </a:spcAft>
              <a:buClr>
                <a:srgbClr val="1A1C1F"/>
              </a:buClr>
              <a:buSzPts val="1400"/>
              <a:buFont typeface="Times New Roman"/>
              <a:buChar char="○"/>
            </a:pPr>
            <a:r>
              <a:rPr lang="en-US">
                <a:solidFill>
                  <a:srgbClr val="1A1C1F"/>
                </a:solidFill>
                <a:highlight>
                  <a:srgbClr val="FFFFFF"/>
                </a:highlight>
                <a:latin typeface="Times New Roman"/>
                <a:ea typeface="Times New Roman"/>
                <a:cs typeface="Times New Roman"/>
                <a:sym typeface="Times New Roman"/>
              </a:rPr>
              <a:t>If ROME changes internal knowledge, but retrieved context says the old fact, which source wins?</a:t>
            </a:r>
            <a:endParaRPr>
              <a:solidFill>
                <a:srgbClr val="1A1C1F"/>
              </a:solidFill>
              <a:highlight>
                <a:srgbClr val="FFFFFF"/>
              </a:highlight>
              <a:latin typeface="Times New Roman"/>
              <a:ea typeface="Times New Roman"/>
              <a:cs typeface="Times New Roman"/>
              <a:sym typeface="Times New Roman"/>
            </a:endParaRPr>
          </a:p>
          <a:p>
            <a:pPr indent="-317500" lvl="0" marL="457200" rtl="0" algn="l">
              <a:lnSpc>
                <a:spcPct val="157142"/>
              </a:lnSpc>
              <a:spcBef>
                <a:spcPts val="0"/>
              </a:spcBef>
              <a:spcAft>
                <a:spcPts val="0"/>
              </a:spcAft>
              <a:buClr>
                <a:srgbClr val="1A1C1F"/>
              </a:buClr>
              <a:buSzPts val="1400"/>
              <a:buFont typeface="Times New Roman"/>
              <a:buChar char="●"/>
            </a:pPr>
            <a:r>
              <a:rPr lang="en-US">
                <a:solidFill>
                  <a:srgbClr val="1A1C1F"/>
                </a:solidFill>
                <a:highlight>
                  <a:srgbClr val="FFFFFF"/>
                </a:highlight>
                <a:latin typeface="Times New Roman"/>
                <a:ea typeface="Times New Roman"/>
                <a:cs typeface="Times New Roman"/>
                <a:sym typeface="Times New Roman"/>
              </a:rPr>
              <a:t>Example:</a:t>
            </a:r>
            <a:endParaRPr>
              <a:solidFill>
                <a:srgbClr val="1A1C1F"/>
              </a:solidFill>
              <a:highlight>
                <a:srgbClr val="FFFFFF"/>
              </a:highlight>
              <a:latin typeface="Times New Roman"/>
              <a:ea typeface="Times New Roman"/>
              <a:cs typeface="Times New Roman"/>
              <a:sym typeface="Times New Roman"/>
            </a:endParaRPr>
          </a:p>
          <a:p>
            <a:pPr indent="-342900" lvl="1" marL="914400" rtl="0" algn="l">
              <a:lnSpc>
                <a:spcPct val="157142"/>
              </a:lnSpc>
              <a:spcBef>
                <a:spcPts val="0"/>
              </a:spcBef>
              <a:spcAft>
                <a:spcPts val="0"/>
              </a:spcAft>
              <a:buClr>
                <a:srgbClr val="1A1C1F"/>
              </a:buClr>
              <a:buSzPts val="1800"/>
              <a:buFont typeface="Times New Roman"/>
              <a:buChar char="○"/>
            </a:pPr>
            <a:r>
              <a:rPr lang="en-US">
                <a:solidFill>
                  <a:srgbClr val="1A1C1F"/>
                </a:solidFill>
                <a:highlight>
                  <a:srgbClr val="FFFFFF"/>
                </a:highlight>
                <a:latin typeface="Times New Roman"/>
                <a:ea typeface="Times New Roman"/>
                <a:cs typeface="Times New Roman"/>
                <a:sym typeface="Times New Roman"/>
              </a:rPr>
              <a:t>ROME edit: “The capital of the U.S. is Los Angeles.”</a:t>
            </a:r>
            <a:endParaRPr>
              <a:solidFill>
                <a:srgbClr val="1A1C1F"/>
              </a:solidFill>
              <a:highlight>
                <a:srgbClr val="FFFFFF"/>
              </a:highlight>
              <a:latin typeface="Times New Roman"/>
              <a:ea typeface="Times New Roman"/>
              <a:cs typeface="Times New Roman"/>
              <a:sym typeface="Times New Roman"/>
            </a:endParaRPr>
          </a:p>
          <a:p>
            <a:pPr indent="-342900" lvl="1" marL="914400" rtl="0" algn="l">
              <a:lnSpc>
                <a:spcPct val="157142"/>
              </a:lnSpc>
              <a:spcBef>
                <a:spcPts val="0"/>
              </a:spcBef>
              <a:spcAft>
                <a:spcPts val="0"/>
              </a:spcAft>
              <a:buClr>
                <a:srgbClr val="1A1C1F"/>
              </a:buClr>
              <a:buSzPts val="1800"/>
              <a:buFont typeface="Times New Roman"/>
              <a:buChar char="○"/>
            </a:pPr>
            <a:r>
              <a:rPr lang="en-US">
                <a:solidFill>
                  <a:srgbClr val="1A1C1F"/>
                </a:solidFill>
                <a:highlight>
                  <a:srgbClr val="FFFFFF"/>
                </a:highlight>
                <a:latin typeface="Times New Roman"/>
                <a:ea typeface="Times New Roman"/>
                <a:cs typeface="Times New Roman"/>
                <a:sym typeface="Times New Roman"/>
              </a:rPr>
              <a:t>Retrieved context: “The capital of the U.S. is Washington, D.C.”</a:t>
            </a:r>
            <a:endParaRPr>
              <a:solidFill>
                <a:srgbClr val="1A1C1F"/>
              </a:solidFill>
              <a:highlight>
                <a:srgbClr val="FFFFFF"/>
              </a:highlight>
              <a:latin typeface="Times New Roman"/>
              <a:ea typeface="Times New Roman"/>
              <a:cs typeface="Times New Roman"/>
              <a:sym typeface="Times New Roman"/>
            </a:endParaRPr>
          </a:p>
          <a:p>
            <a:pPr indent="-342900" lvl="1" marL="914400" rtl="0" algn="l">
              <a:lnSpc>
                <a:spcPct val="157142"/>
              </a:lnSpc>
              <a:spcBef>
                <a:spcPts val="0"/>
              </a:spcBef>
              <a:spcAft>
                <a:spcPts val="0"/>
              </a:spcAft>
              <a:buClr>
                <a:srgbClr val="1A1C1F"/>
              </a:buClr>
              <a:buSzPts val="1800"/>
              <a:buFont typeface="Times New Roman"/>
              <a:buChar char="○"/>
            </a:pPr>
            <a:r>
              <a:rPr lang="en-US">
                <a:solidFill>
                  <a:srgbClr val="1A1C1F"/>
                </a:solidFill>
                <a:highlight>
                  <a:srgbClr val="FFFFFF"/>
                </a:highlight>
                <a:latin typeface="Times New Roman"/>
                <a:ea typeface="Times New Roman"/>
                <a:cs typeface="Times New Roman"/>
                <a:sym typeface="Times New Roman"/>
              </a:rPr>
              <a:t>Query: “What is the capital of the U.S.?”</a:t>
            </a:r>
            <a:endParaRPr>
              <a:solidFill>
                <a:srgbClr val="1A1C1F"/>
              </a:solidFill>
              <a:highlight>
                <a:srgbClr val="FFFFFF"/>
              </a:highlight>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a:latin typeface="Times New Roman"/>
              <a:ea typeface="Times New Roman"/>
              <a:cs typeface="Times New Roman"/>
              <a:sym typeface="Times New Roman"/>
            </a:endParaRPr>
          </a:p>
        </p:txBody>
      </p:sp>
      <p:sp>
        <p:nvSpPr>
          <p:cNvPr id="355" name="Google Shape;355;p41"/>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56" name="Google Shape;356;p41"/>
          <p:cNvSpPr txBox="1"/>
          <p:nvPr>
            <p:ph type="title"/>
          </p:nvPr>
        </p:nvSpPr>
        <p:spPr>
          <a:xfrm>
            <a:off x="640077" y="367401"/>
            <a:ext cx="7772400" cy="318600"/>
          </a:xfrm>
          <a:prstGeom prst="rect">
            <a:avLst/>
          </a:prstGeom>
          <a:noFill/>
          <a:ln>
            <a:noFill/>
          </a:ln>
        </p:spPr>
        <p:txBody>
          <a:bodyPr anchorCtr="0" anchor="b" bIns="0" lIns="0" spcFirstLastPara="1" rIns="0" wrap="square" tIns="0">
            <a:spAutoFit/>
          </a:bodyPr>
          <a:lstStyle/>
          <a:p>
            <a:pPr indent="0" lvl="0" marL="0" rtl="0" algn="l">
              <a:lnSpc>
                <a:spcPct val="90000"/>
              </a:lnSpc>
              <a:spcBef>
                <a:spcPts val="0"/>
              </a:spcBef>
              <a:spcAft>
                <a:spcPts val="0"/>
              </a:spcAft>
              <a:buClr>
                <a:srgbClr val="58595B"/>
              </a:buClr>
              <a:buSzPts val="2800"/>
              <a:buFont typeface="Helvetica Neue"/>
              <a:buNone/>
            </a:pPr>
            <a:r>
              <a:rPr lang="en-US" sz="2300"/>
              <a:t>ROME meets RAG</a:t>
            </a:r>
            <a:endParaRPr sz="2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2"/>
          <p:cNvSpPr txBox="1"/>
          <p:nvPr>
            <p:ph idx="12" type="sldNum"/>
          </p:nvPr>
        </p:nvSpPr>
        <p:spPr>
          <a:xfrm>
            <a:off x="8686800" y="4754880"/>
            <a:ext cx="457200" cy="381600"/>
          </a:xfrm>
          <a:prstGeom prst="rect">
            <a:avLst/>
          </a:prstGeom>
        </p:spPr>
        <p:txBody>
          <a:bodyPr anchorCtr="0" anchor="t" bIns="256025" lIns="0" spcFirstLastPara="1" rIns="0" wrap="square" tIns="0">
            <a:sp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
        <p:nvSpPr>
          <p:cNvPr id="363" name="Google Shape;363;p42"/>
          <p:cNvSpPr txBox="1"/>
          <p:nvPr>
            <p:ph type="title"/>
          </p:nvPr>
        </p:nvSpPr>
        <p:spPr>
          <a:xfrm>
            <a:off x="640077" y="367401"/>
            <a:ext cx="7772400" cy="3879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US"/>
              <a:t>RAG Experimental Design</a:t>
            </a:r>
            <a:endParaRPr/>
          </a:p>
        </p:txBody>
      </p:sp>
      <p:sp>
        <p:nvSpPr>
          <p:cNvPr id="364" name="Google Shape;364;p42"/>
          <p:cNvSpPr txBox="1"/>
          <p:nvPr>
            <p:ph idx="1" type="body"/>
          </p:nvPr>
        </p:nvSpPr>
        <p:spPr>
          <a:xfrm>
            <a:off x="1143005" y="1201530"/>
            <a:ext cx="6858000" cy="3586500"/>
          </a:xfrm>
          <a:prstGeom prst="rect">
            <a:avLst/>
          </a:prstGeom>
          <a:noFill/>
          <a:ln>
            <a:noFill/>
          </a:ln>
        </p:spPr>
        <p:txBody>
          <a:bodyPr anchorCtr="0" anchor="t" bIns="0" lIns="0" spcFirstLastPara="1" rIns="0" wrap="square" tIns="0">
            <a:spAutoFit/>
          </a:bodyPr>
          <a:lstStyle/>
          <a:p>
            <a:pPr indent="-317500" lvl="0" marL="457200" rtl="0" algn="l">
              <a:lnSpc>
                <a:spcPct val="150000"/>
              </a:lnSpc>
              <a:spcBef>
                <a:spcPts val="0"/>
              </a:spcBef>
              <a:spcAft>
                <a:spcPts val="0"/>
              </a:spcAft>
              <a:buSzPts val="1400"/>
              <a:buFont typeface="Times New Roman"/>
              <a:buChar char="●"/>
            </a:pPr>
            <a:r>
              <a:rPr lang="en-US">
                <a:solidFill>
                  <a:srgbClr val="1A1C1F"/>
                </a:solidFill>
                <a:highlight>
                  <a:srgbClr val="FFFFFF"/>
                </a:highlight>
                <a:latin typeface="Times New Roman"/>
                <a:ea typeface="Times New Roman"/>
                <a:cs typeface="Times New Roman"/>
                <a:sym typeface="Times New Roman"/>
              </a:rPr>
              <a:t>Evaluate each case in three conditions:</a:t>
            </a:r>
            <a:endParaRPr>
              <a:solidFill>
                <a:srgbClr val="1A1C1F"/>
              </a:solidFill>
              <a:highlight>
                <a:srgbClr val="FFFFFF"/>
              </a:highlight>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US">
                <a:solidFill>
                  <a:srgbClr val="1A1C1F"/>
                </a:solidFill>
                <a:highlight>
                  <a:srgbClr val="FFFFFF"/>
                </a:highlight>
                <a:latin typeface="Times New Roman"/>
                <a:ea typeface="Times New Roman"/>
                <a:cs typeface="Times New Roman"/>
                <a:sym typeface="Times New Roman"/>
              </a:rPr>
              <a:t>No RAG context: query the edited model directly</a:t>
            </a:r>
            <a:endParaRPr>
              <a:solidFill>
                <a:srgbClr val="1A1C1F"/>
              </a:solidFill>
              <a:highlight>
                <a:srgbClr val="FFFFFF"/>
              </a:highlight>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US">
                <a:solidFill>
                  <a:srgbClr val="1A1C1F"/>
                </a:solidFill>
                <a:highlight>
                  <a:srgbClr val="FFFFFF"/>
                </a:highlight>
                <a:latin typeface="Times New Roman"/>
                <a:ea typeface="Times New Roman"/>
                <a:cs typeface="Times New Roman"/>
                <a:sym typeface="Times New Roman"/>
              </a:rPr>
              <a:t>Consistent RAG context: retrieved text supports the ROME edit</a:t>
            </a:r>
            <a:endParaRPr>
              <a:solidFill>
                <a:srgbClr val="1A1C1F"/>
              </a:solidFill>
              <a:highlight>
                <a:srgbClr val="FFFFFF"/>
              </a:highlight>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US">
                <a:solidFill>
                  <a:srgbClr val="1A1C1F"/>
                </a:solidFill>
                <a:highlight>
                  <a:srgbClr val="FFFFFF"/>
                </a:highlight>
                <a:latin typeface="Times New Roman"/>
                <a:ea typeface="Times New Roman"/>
                <a:cs typeface="Times New Roman"/>
                <a:sym typeface="Times New Roman"/>
              </a:rPr>
              <a:t>Conflicting RAG context: retrieved text states the original fact</a:t>
            </a:r>
            <a:endParaRPr>
              <a:solidFill>
                <a:srgbClr val="1A1C1F"/>
              </a:solidFill>
              <a:highlight>
                <a:srgbClr val="FFFFFF"/>
              </a:highlight>
              <a:latin typeface="Times New Roman"/>
              <a:ea typeface="Times New Roman"/>
              <a:cs typeface="Times New Roman"/>
              <a:sym typeface="Times New Roman"/>
            </a:endParaRPr>
          </a:p>
          <a:p>
            <a:pPr indent="-317500" lvl="0" marL="457200" rtl="0" algn="l">
              <a:lnSpc>
                <a:spcPct val="150000"/>
              </a:lnSpc>
              <a:spcBef>
                <a:spcPts val="0"/>
              </a:spcBef>
              <a:spcAft>
                <a:spcPts val="0"/>
              </a:spcAft>
              <a:buSzPts val="1400"/>
              <a:buFont typeface="Times New Roman"/>
              <a:buChar char="●"/>
            </a:pPr>
            <a:r>
              <a:rPr lang="en-US">
                <a:solidFill>
                  <a:srgbClr val="1A1C1F"/>
                </a:solidFill>
                <a:highlight>
                  <a:srgbClr val="FFFFFF"/>
                </a:highlight>
                <a:latin typeface="Times New Roman"/>
                <a:ea typeface="Times New Roman"/>
                <a:cs typeface="Times New Roman"/>
                <a:sym typeface="Times New Roman"/>
              </a:rPr>
              <a:t>Takeaways:</a:t>
            </a:r>
            <a:endParaRPr>
              <a:solidFill>
                <a:srgbClr val="1A1C1F"/>
              </a:solidFill>
              <a:highlight>
                <a:srgbClr val="FFFFFF"/>
              </a:highlight>
              <a:latin typeface="Times New Roman"/>
              <a:ea typeface="Times New Roman"/>
              <a:cs typeface="Times New Roman"/>
              <a:sym typeface="Times New Roman"/>
            </a:endParaRPr>
          </a:p>
          <a:p>
            <a:pPr indent="-342900" lvl="1" marL="914400" rtl="0" algn="l">
              <a:lnSpc>
                <a:spcPct val="150000"/>
              </a:lnSpc>
              <a:spcBef>
                <a:spcPts val="0"/>
              </a:spcBef>
              <a:spcAft>
                <a:spcPts val="0"/>
              </a:spcAft>
              <a:buClr>
                <a:srgbClr val="1A1C1F"/>
              </a:buClr>
              <a:buSzPts val="1800"/>
              <a:buFont typeface="Times New Roman"/>
              <a:buChar char="○"/>
            </a:pPr>
            <a:r>
              <a:rPr lang="en-US">
                <a:solidFill>
                  <a:srgbClr val="1A1C1F"/>
                </a:solidFill>
                <a:highlight>
                  <a:srgbClr val="FFFFFF"/>
                </a:highlight>
                <a:latin typeface="Times New Roman"/>
                <a:ea typeface="Times New Roman"/>
                <a:cs typeface="Times New Roman"/>
                <a:sym typeface="Times New Roman"/>
              </a:rPr>
              <a:t>The conflicting retrieved document did not clearly override the post-edit prompt instruction</a:t>
            </a:r>
            <a:endParaRPr>
              <a:solidFill>
                <a:srgbClr val="1A1C1F"/>
              </a:solidFill>
              <a:highlight>
                <a:srgbClr val="FFFFFF"/>
              </a:highlight>
              <a:latin typeface="Times New Roman"/>
              <a:ea typeface="Times New Roman"/>
              <a:cs typeface="Times New Roman"/>
              <a:sym typeface="Times New Roman"/>
            </a:endParaRPr>
          </a:p>
          <a:p>
            <a:pPr indent="-342900" lvl="1" marL="914400" rtl="0" algn="l">
              <a:lnSpc>
                <a:spcPct val="150000"/>
              </a:lnSpc>
              <a:spcBef>
                <a:spcPts val="0"/>
              </a:spcBef>
              <a:spcAft>
                <a:spcPts val="0"/>
              </a:spcAft>
              <a:buClr>
                <a:srgbClr val="1A1C1F"/>
              </a:buClr>
              <a:buSzPts val="1800"/>
              <a:buFont typeface="Times New Roman"/>
              <a:buChar char="○"/>
            </a:pPr>
            <a:r>
              <a:rPr lang="en-US">
                <a:solidFill>
                  <a:srgbClr val="1A1C1F"/>
                </a:solidFill>
                <a:highlight>
                  <a:srgbClr val="FFFFFF"/>
                </a:highlight>
                <a:latin typeface="Times New Roman"/>
                <a:ea typeface="Times New Roman"/>
                <a:cs typeface="Times New Roman"/>
                <a:sym typeface="Times New Roman"/>
              </a:rPr>
              <a:t>The models often followed the </a:t>
            </a:r>
            <a:r>
              <a:rPr lang="en-US">
                <a:solidFill>
                  <a:srgbClr val="1A1C1F"/>
                </a:solidFill>
                <a:highlight>
                  <a:srgbClr val="FFFFFF"/>
                </a:highlight>
                <a:latin typeface="Times New Roman"/>
                <a:ea typeface="Times New Roman"/>
                <a:cs typeface="Times New Roman"/>
                <a:sym typeface="Times New Roman"/>
              </a:rPr>
              <a:t>provided retrieved context</a:t>
            </a:r>
            <a:r>
              <a:rPr lang="en-US">
                <a:solidFill>
                  <a:srgbClr val="1A1C1F"/>
                </a:solidFill>
                <a:highlight>
                  <a:srgbClr val="FFFFFF"/>
                </a:highlight>
                <a:latin typeface="Times New Roman"/>
                <a:ea typeface="Times New Roman"/>
                <a:cs typeface="Times New Roman"/>
                <a:sym typeface="Times New Roman"/>
              </a:rPr>
              <a:t> over the knowledge edit when the two conflicted</a:t>
            </a:r>
            <a:endParaRPr>
              <a:solidFill>
                <a:srgbClr val="1A1C1F"/>
              </a:solidFill>
              <a:highlight>
                <a:srgbClr val="FFFFFF"/>
              </a:highlight>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a:solidFill>
                <a:srgbClr val="1A1C1F"/>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3"/>
          <p:cNvSpPr txBox="1"/>
          <p:nvPr>
            <p:ph idx="2" type="body"/>
          </p:nvPr>
        </p:nvSpPr>
        <p:spPr>
          <a:xfrm>
            <a:off x="676100" y="934276"/>
            <a:ext cx="7888500" cy="496500"/>
          </a:xfrm>
          <a:prstGeom prst="rect">
            <a:avLst/>
          </a:prstGeom>
        </p:spPr>
        <p:txBody>
          <a:bodyPr anchorCtr="0" anchor="t" bIns="0" lIns="0" spcFirstLastPara="1" rIns="0" wrap="square" tIns="0">
            <a:spAutoFit/>
          </a:bodyPr>
          <a:lstStyle/>
          <a:p>
            <a:pPr indent="0" lvl="0" marL="0" rtl="0" algn="l">
              <a:spcBef>
                <a:spcPts val="750"/>
              </a:spcBef>
              <a:spcAft>
                <a:spcPts val="0"/>
              </a:spcAft>
              <a:buNone/>
            </a:pPr>
            <a:r>
              <a:rPr lang="en-US" sz="1200">
                <a:solidFill>
                  <a:schemeClr val="accent1"/>
                </a:solidFill>
              </a:rPr>
              <a:t>Newer methods intervene on how concepts are represented, not just what facts are stored</a:t>
            </a:r>
            <a:endParaRPr sz="1200">
              <a:solidFill>
                <a:schemeClr val="accent1"/>
              </a:solidFill>
            </a:endParaRPr>
          </a:p>
          <a:p>
            <a:pPr indent="0" lvl="0" marL="0" rtl="0" algn="l">
              <a:spcBef>
                <a:spcPts val="750"/>
              </a:spcBef>
              <a:spcAft>
                <a:spcPts val="0"/>
              </a:spcAft>
              <a:buNone/>
            </a:pPr>
            <a:r>
              <a:t/>
            </a:r>
            <a:endParaRPr/>
          </a:p>
        </p:txBody>
      </p:sp>
      <p:sp>
        <p:nvSpPr>
          <p:cNvPr id="371" name="Google Shape;371;p43"/>
          <p:cNvSpPr txBox="1"/>
          <p:nvPr>
            <p:ph idx="12" type="sldNum"/>
          </p:nvPr>
        </p:nvSpPr>
        <p:spPr>
          <a:xfrm>
            <a:off x="8686800" y="4754880"/>
            <a:ext cx="457200" cy="381600"/>
          </a:xfrm>
          <a:prstGeom prst="rect">
            <a:avLst/>
          </a:prstGeom>
        </p:spPr>
        <p:txBody>
          <a:bodyPr anchorCtr="0" anchor="t" bIns="256025" lIns="0" spcFirstLastPara="1" rIns="0" wrap="square" tIns="0">
            <a:sp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
        <p:nvSpPr>
          <p:cNvPr id="372" name="Google Shape;372;p43"/>
          <p:cNvSpPr txBox="1"/>
          <p:nvPr>
            <p:ph type="title"/>
          </p:nvPr>
        </p:nvSpPr>
        <p:spPr>
          <a:xfrm>
            <a:off x="640077" y="367401"/>
            <a:ext cx="7772400" cy="3879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US"/>
              <a:t>From Editing Facts to Steering Geometry</a:t>
            </a:r>
            <a:endParaRPr/>
          </a:p>
        </p:txBody>
      </p:sp>
      <p:pic>
        <p:nvPicPr>
          <p:cNvPr descr="/home/claude/ring.png" id="373" name="Google Shape;373;p43"/>
          <p:cNvPicPr preferRelativeResize="0"/>
          <p:nvPr/>
        </p:nvPicPr>
        <p:blipFill rotWithShape="1">
          <a:blip r:embed="rId3">
            <a:alphaModFix/>
          </a:blip>
          <a:srcRect b="0" l="0" r="0" t="0"/>
          <a:stretch/>
        </p:blipFill>
        <p:spPr>
          <a:xfrm>
            <a:off x="5907925" y="1382825"/>
            <a:ext cx="2144351" cy="2270049"/>
          </a:xfrm>
          <a:prstGeom prst="rect">
            <a:avLst/>
          </a:prstGeom>
          <a:noFill/>
          <a:ln>
            <a:noFill/>
          </a:ln>
        </p:spPr>
      </p:pic>
      <p:sp>
        <p:nvSpPr>
          <p:cNvPr id="374" name="Google Shape;374;p43"/>
          <p:cNvSpPr/>
          <p:nvPr/>
        </p:nvSpPr>
        <p:spPr>
          <a:xfrm>
            <a:off x="629522" y="3978309"/>
            <a:ext cx="7772400" cy="571500"/>
          </a:xfrm>
          <a:prstGeom prst="rect">
            <a:avLst/>
          </a:prstGeom>
          <a:solidFill>
            <a:srgbClr val="DAE6F4"/>
          </a:solidFill>
          <a:ln cap="flat" cmpd="sng" w="9525">
            <a:solidFill>
              <a:srgbClr val="DAE6F4"/>
            </a:solidFill>
            <a:prstDash val="solid"/>
            <a:round/>
            <a:headEnd len="sm" w="sm" type="none"/>
            <a:tailEnd len="sm" w="sm" type="none"/>
          </a:ln>
        </p:spPr>
        <p:txBody>
          <a:bodyPr anchorCtr="0" anchor="t" bIns="76200" lIns="114300" spcFirstLastPara="1" rIns="114300" wrap="square" tIns="85725">
            <a:noAutofit/>
          </a:bodyPr>
          <a:lstStyle/>
          <a:p>
            <a:pPr indent="0" lvl="0" marL="0" marR="0" rtl="0" algn="l">
              <a:spcBef>
                <a:spcPts val="0"/>
              </a:spcBef>
              <a:spcAft>
                <a:spcPts val="0"/>
              </a:spcAft>
              <a:buNone/>
            </a:pPr>
            <a:r>
              <a:rPr b="1" lang="en-US" sz="1200">
                <a:solidFill>
                  <a:srgbClr val="00375B"/>
                </a:solidFill>
                <a:latin typeface="Helvetica Neue"/>
                <a:ea typeface="Helvetica Neue"/>
                <a:cs typeface="Helvetica Neue"/>
                <a:sym typeface="Helvetica Neue"/>
              </a:rPr>
              <a:t>Our work</a:t>
            </a:r>
            <a:r>
              <a:rPr lang="en-US" sz="1200">
                <a:solidFill>
                  <a:srgbClr val="00375B"/>
                </a:solidFill>
                <a:latin typeface="Helvetica Neue"/>
                <a:ea typeface="Helvetica Neue"/>
                <a:cs typeface="Helvetica Neue"/>
                <a:sym typeface="Helvetica Neue"/>
              </a:rPr>
              <a:t>: is concept geometry shared </a:t>
            </a:r>
            <a:r>
              <a:rPr b="1" lang="en-US" sz="1200">
                <a:solidFill>
                  <a:srgbClr val="00375B"/>
                </a:solidFill>
                <a:latin typeface="Helvetica Neue"/>
                <a:ea typeface="Helvetica Neue"/>
                <a:cs typeface="Helvetica Neue"/>
                <a:sym typeface="Helvetica Neue"/>
              </a:rPr>
              <a:t>across languages</a:t>
            </a:r>
            <a:r>
              <a:rPr lang="en-US" sz="1200">
                <a:solidFill>
                  <a:srgbClr val="00375B"/>
                </a:solidFill>
                <a:latin typeface="Helvetica Neue"/>
                <a:ea typeface="Helvetica Neue"/>
                <a:cs typeface="Helvetica Neue"/>
                <a:sym typeface="Helvetica Neue"/>
              </a:rPr>
              <a:t>? We test </a:t>
            </a:r>
            <a:r>
              <a:rPr lang="en-US" sz="1200">
                <a:solidFill>
                  <a:srgbClr val="00375B"/>
                </a:solidFill>
                <a:latin typeface="Helvetica Neue"/>
                <a:ea typeface="Helvetica Neue"/>
                <a:cs typeface="Helvetica Neue"/>
                <a:sym typeface="Helvetica Neue"/>
              </a:rPr>
              <a:t>whether</a:t>
            </a:r>
            <a:r>
              <a:rPr lang="en-US" sz="1200">
                <a:solidFill>
                  <a:srgbClr val="00375B"/>
                </a:solidFill>
                <a:latin typeface="Helvetica Neue"/>
                <a:ea typeface="Helvetica Neue"/>
                <a:cs typeface="Helvetica Neue"/>
                <a:sym typeface="Helvetica Neue"/>
              </a:rPr>
              <a:t> days (cyclic) and years (linear) are cross-lingually </a:t>
            </a:r>
            <a:r>
              <a:rPr b="1" lang="en-US" sz="1200">
                <a:solidFill>
                  <a:srgbClr val="00375B"/>
                </a:solidFill>
                <a:latin typeface="Helvetica Neue"/>
                <a:ea typeface="Helvetica Neue"/>
                <a:cs typeface="Helvetica Neue"/>
                <a:sym typeface="Helvetica Neue"/>
              </a:rPr>
              <a:t>readable and steerable</a:t>
            </a:r>
            <a:r>
              <a:rPr lang="en-US" sz="1200">
                <a:solidFill>
                  <a:srgbClr val="00375B"/>
                </a:solidFill>
                <a:latin typeface="Helvetica Neue"/>
                <a:ea typeface="Helvetica Neue"/>
                <a:cs typeface="Helvetica Neue"/>
                <a:sym typeface="Helvetica Neue"/>
              </a:rPr>
              <a:t> in a multilingual LLM, specifically between English and Chinese</a:t>
            </a:r>
            <a:endParaRPr sz="1200"/>
          </a:p>
        </p:txBody>
      </p:sp>
      <p:sp>
        <p:nvSpPr>
          <p:cNvPr id="375" name="Google Shape;375;p43"/>
          <p:cNvSpPr/>
          <p:nvPr/>
        </p:nvSpPr>
        <p:spPr>
          <a:xfrm>
            <a:off x="796902" y="1274912"/>
            <a:ext cx="4009200" cy="1228500"/>
          </a:xfrm>
          <a:prstGeom prst="rect">
            <a:avLst/>
          </a:prstGeom>
          <a:solidFill>
            <a:srgbClr val="000000">
              <a:alpha val="0"/>
            </a:srgbClr>
          </a:solidFill>
          <a:ln cap="flat" cmpd="sng" w="11425">
            <a:solidFill>
              <a:srgbClr val="C9D2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76" name="Google Shape;376;p43"/>
          <p:cNvSpPr/>
          <p:nvPr/>
        </p:nvSpPr>
        <p:spPr>
          <a:xfrm>
            <a:off x="804646" y="1274911"/>
            <a:ext cx="4009200" cy="295200"/>
          </a:xfrm>
          <a:prstGeom prst="rect">
            <a:avLst/>
          </a:prstGeom>
          <a:solidFill>
            <a:srgbClr val="00375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77" name="Google Shape;377;p43"/>
          <p:cNvSpPr/>
          <p:nvPr/>
        </p:nvSpPr>
        <p:spPr>
          <a:xfrm>
            <a:off x="804646" y="1341586"/>
            <a:ext cx="3961800" cy="2952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938">
                <a:solidFill>
                  <a:srgbClr val="FFFFFF"/>
                </a:solidFill>
                <a:latin typeface="Helvetica Neue"/>
                <a:ea typeface="Helvetica Neue"/>
                <a:cs typeface="Helvetica Neue"/>
                <a:sym typeface="Helvetica Neue"/>
              </a:rPr>
              <a:t>Knowledge editing: ROME/MEMIT/IKE</a:t>
            </a:r>
            <a:endParaRPr/>
          </a:p>
        </p:txBody>
      </p:sp>
      <p:sp>
        <p:nvSpPr>
          <p:cNvPr id="378" name="Google Shape;378;p43"/>
          <p:cNvSpPr/>
          <p:nvPr/>
        </p:nvSpPr>
        <p:spPr>
          <a:xfrm>
            <a:off x="890497" y="1694012"/>
            <a:ext cx="38463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US" sz="1125">
                <a:solidFill>
                  <a:srgbClr val="58595B"/>
                </a:solidFill>
                <a:latin typeface="Helvetica Neue"/>
                <a:ea typeface="Helvetica Neue"/>
                <a:cs typeface="Helvetica Neue"/>
                <a:sym typeface="Helvetica Neue"/>
              </a:rPr>
              <a:t>Surgically overwrites one </a:t>
            </a:r>
            <a:r>
              <a:rPr lang="en-US" sz="1125">
                <a:solidFill>
                  <a:srgbClr val="58595B"/>
                </a:solidFill>
                <a:latin typeface="Helvetica Neue"/>
                <a:ea typeface="Helvetica Neue"/>
                <a:cs typeface="Helvetica Neue"/>
                <a:sym typeface="Helvetica Neue"/>
              </a:rPr>
              <a:t>fact</a:t>
            </a:r>
            <a:r>
              <a:rPr lang="en-US" sz="1125">
                <a:solidFill>
                  <a:srgbClr val="58595B"/>
                </a:solidFill>
                <a:latin typeface="Helvetica Neue"/>
                <a:ea typeface="Helvetica Neue"/>
                <a:cs typeface="Helvetica Neue"/>
                <a:sym typeface="Helvetica Neue"/>
              </a:rPr>
              <a:t> in the weights or context. But edits stay shallow, inverse-query transfer ~0 %, conflicting RAG can override the edit, i.e. the internal representation stays in a black box</a:t>
            </a:r>
            <a:endParaRPr/>
          </a:p>
        </p:txBody>
      </p:sp>
      <p:sp>
        <p:nvSpPr>
          <p:cNvPr id="379" name="Google Shape;379;p43"/>
          <p:cNvSpPr/>
          <p:nvPr/>
        </p:nvSpPr>
        <p:spPr>
          <a:xfrm>
            <a:off x="800027" y="2628362"/>
            <a:ext cx="4009200" cy="1228500"/>
          </a:xfrm>
          <a:prstGeom prst="rect">
            <a:avLst/>
          </a:prstGeom>
          <a:solidFill>
            <a:srgbClr val="000000">
              <a:alpha val="0"/>
            </a:srgbClr>
          </a:solidFill>
          <a:ln cap="flat" cmpd="sng" w="11425">
            <a:solidFill>
              <a:srgbClr val="C9D2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80" name="Google Shape;380;p43"/>
          <p:cNvSpPr/>
          <p:nvPr/>
        </p:nvSpPr>
        <p:spPr>
          <a:xfrm>
            <a:off x="800027" y="2628362"/>
            <a:ext cx="4009200" cy="295200"/>
          </a:xfrm>
          <a:prstGeom prst="rect">
            <a:avLst/>
          </a:prstGeom>
          <a:solidFill>
            <a:srgbClr val="00375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highlight>
                <a:schemeClr val="accent1"/>
              </a:highlight>
              <a:latin typeface="Helvetica Neue"/>
              <a:ea typeface="Helvetica Neue"/>
              <a:cs typeface="Helvetica Neue"/>
              <a:sym typeface="Helvetica Neue"/>
            </a:endParaRPr>
          </a:p>
        </p:txBody>
      </p:sp>
      <p:sp>
        <p:nvSpPr>
          <p:cNvPr id="381" name="Google Shape;381;p43"/>
          <p:cNvSpPr/>
          <p:nvPr/>
        </p:nvSpPr>
        <p:spPr>
          <a:xfrm>
            <a:off x="800002" y="2695037"/>
            <a:ext cx="3961800" cy="2952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938">
                <a:solidFill>
                  <a:srgbClr val="FFFFFF"/>
                </a:solidFill>
                <a:latin typeface="Helvetica Neue"/>
                <a:ea typeface="Helvetica Neue"/>
                <a:cs typeface="Helvetica Neue"/>
                <a:sym typeface="Helvetica Neue"/>
              </a:rPr>
              <a:t>Geometry aware steering</a:t>
            </a:r>
            <a:endParaRPr/>
          </a:p>
        </p:txBody>
      </p:sp>
      <p:sp>
        <p:nvSpPr>
          <p:cNvPr id="382" name="Google Shape;382;p43"/>
          <p:cNvSpPr/>
          <p:nvPr/>
        </p:nvSpPr>
        <p:spPr>
          <a:xfrm>
            <a:off x="853377" y="3061712"/>
            <a:ext cx="39054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US" sz="1125">
                <a:solidFill>
                  <a:srgbClr val="58595B"/>
                </a:solidFill>
                <a:latin typeface="Helvetica Neue"/>
                <a:ea typeface="Helvetica Neue"/>
                <a:cs typeface="Helvetica Neue"/>
                <a:sym typeface="Helvetica Neue"/>
              </a:rPr>
              <a:t>Concepts live on low-dimensional manifolds. Steer along the manifold, not a straight Euclidean line that cuts off-manifold and garbles the output. We want the right geometry no the right direction</a:t>
            </a:r>
            <a:endParaRPr/>
          </a:p>
        </p:txBody>
      </p:sp>
      <p:sp>
        <p:nvSpPr>
          <p:cNvPr id="383" name="Google Shape;383;p43"/>
          <p:cNvSpPr/>
          <p:nvPr/>
        </p:nvSpPr>
        <p:spPr>
          <a:xfrm>
            <a:off x="5100475" y="3706125"/>
            <a:ext cx="3651900" cy="365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7280"/>
              </a:buClr>
              <a:buSzPts val="1100"/>
              <a:buFont typeface="Arial"/>
              <a:buNone/>
            </a:pPr>
            <a:r>
              <a:rPr b="0" i="1" lang="en-US" sz="1000" u="none" cap="none" strike="noStrike">
                <a:solidFill>
                  <a:srgbClr val="6B7280"/>
                </a:solidFill>
                <a:latin typeface="Arial"/>
                <a:ea typeface="Arial"/>
                <a:cs typeface="Arial"/>
                <a:sym typeface="Arial"/>
              </a:rPr>
              <a:t>Euclidean chord cuts off-manifold; the geodesic follows the ring.</a:t>
            </a:r>
            <a:endParaRPr b="0" i="0" sz="10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4"/>
          <p:cNvSpPr txBox="1"/>
          <p:nvPr>
            <p:ph idx="12" type="sldNum"/>
          </p:nvPr>
        </p:nvSpPr>
        <p:spPr>
          <a:xfrm>
            <a:off x="8686800" y="4754880"/>
            <a:ext cx="457200" cy="381600"/>
          </a:xfrm>
          <a:prstGeom prst="rect">
            <a:avLst/>
          </a:prstGeom>
        </p:spPr>
        <p:txBody>
          <a:bodyPr anchorCtr="0" anchor="t" bIns="256025" lIns="0" spcFirstLastPara="1" rIns="0" wrap="square" tIns="0">
            <a:sp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
        <p:nvSpPr>
          <p:cNvPr id="390" name="Google Shape;390;p44"/>
          <p:cNvSpPr txBox="1"/>
          <p:nvPr>
            <p:ph type="title"/>
          </p:nvPr>
        </p:nvSpPr>
        <p:spPr>
          <a:xfrm>
            <a:off x="640077" y="367401"/>
            <a:ext cx="7772400" cy="3879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US"/>
              <a:t>Readable, Usable, Steerable</a:t>
            </a:r>
            <a:endParaRPr/>
          </a:p>
        </p:txBody>
      </p:sp>
      <p:sp>
        <p:nvSpPr>
          <p:cNvPr id="391" name="Google Shape;391;p44"/>
          <p:cNvSpPr/>
          <p:nvPr/>
        </p:nvSpPr>
        <p:spPr>
          <a:xfrm>
            <a:off x="504134" y="1422612"/>
            <a:ext cx="2610900" cy="1649400"/>
          </a:xfrm>
          <a:prstGeom prst="rect">
            <a:avLst/>
          </a:prstGeom>
          <a:solidFill>
            <a:srgbClr val="FFFFFF"/>
          </a:solidFill>
          <a:ln cap="flat" cmpd="sng" w="9450">
            <a:solidFill>
              <a:srgbClr val="DADDE1"/>
            </a:solidFill>
            <a:prstDash val="solid"/>
            <a:round/>
            <a:headEnd len="sm" w="sm" type="none"/>
            <a:tailEnd len="sm" w="sm" type="none"/>
          </a:ln>
          <a:effectLst>
            <a:outerShdw blurRad="66251" rotWithShape="0" algn="bl" dir="5400000" dist="18929">
              <a:srgbClr val="000000">
                <a:alpha val="10200"/>
              </a:srgbClr>
            </a:outerShdw>
          </a:effectLst>
        </p:spPr>
        <p:txBody>
          <a:bodyPr anchorCtr="0" anchor="ctr" bIns="68125" lIns="68125" spcFirstLastPara="1" rIns="68125" wrap="square" tIns="68125">
            <a:noAutofit/>
          </a:bodyPr>
          <a:lstStyle/>
          <a:p>
            <a:pPr indent="0" lvl="0" marL="0" rtl="0" algn="l">
              <a:spcBef>
                <a:spcPts val="0"/>
              </a:spcBef>
              <a:spcAft>
                <a:spcPts val="0"/>
              </a:spcAft>
              <a:buNone/>
            </a:pPr>
            <a:r>
              <a:t/>
            </a:r>
            <a:endParaRPr/>
          </a:p>
        </p:txBody>
      </p:sp>
      <p:sp>
        <p:nvSpPr>
          <p:cNvPr id="392" name="Google Shape;392;p44"/>
          <p:cNvSpPr/>
          <p:nvPr/>
        </p:nvSpPr>
        <p:spPr>
          <a:xfrm>
            <a:off x="504134" y="1422612"/>
            <a:ext cx="2610900" cy="300000"/>
          </a:xfrm>
          <a:prstGeom prst="rect">
            <a:avLst/>
          </a:prstGeom>
          <a:solidFill>
            <a:srgbClr val="2774AE"/>
          </a:solidFill>
          <a:ln>
            <a:noFill/>
          </a:ln>
        </p:spPr>
        <p:txBody>
          <a:bodyPr anchorCtr="0" anchor="ctr" bIns="68125" lIns="68125" spcFirstLastPara="1" rIns="68125" wrap="square" tIns="68125">
            <a:noAutofit/>
          </a:bodyPr>
          <a:lstStyle/>
          <a:p>
            <a:pPr indent="0" lvl="0" marL="0" rtl="0" algn="l">
              <a:spcBef>
                <a:spcPts val="0"/>
              </a:spcBef>
              <a:spcAft>
                <a:spcPts val="0"/>
              </a:spcAft>
              <a:buNone/>
            </a:pPr>
            <a:r>
              <a:t/>
            </a:r>
            <a:endParaRPr/>
          </a:p>
        </p:txBody>
      </p:sp>
      <p:sp>
        <p:nvSpPr>
          <p:cNvPr id="393" name="Google Shape;393;p44"/>
          <p:cNvSpPr/>
          <p:nvPr/>
        </p:nvSpPr>
        <p:spPr>
          <a:xfrm>
            <a:off x="613165" y="1422612"/>
            <a:ext cx="2392500" cy="3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43"/>
              <a:buFont typeface="Arial"/>
              <a:buNone/>
            </a:pPr>
            <a:r>
              <a:rPr b="1" i="0" lang="en-US" sz="1043" u="none" cap="none" strike="noStrike">
                <a:solidFill>
                  <a:srgbClr val="FFFFFF"/>
                </a:solidFill>
                <a:latin typeface="Arial"/>
                <a:ea typeface="Arial"/>
                <a:cs typeface="Arial"/>
                <a:sym typeface="Arial"/>
              </a:rPr>
              <a:t>Readable</a:t>
            </a:r>
            <a:endParaRPr b="0" i="0" sz="1043" u="none" cap="none" strike="noStrike">
              <a:solidFill>
                <a:srgbClr val="000000"/>
              </a:solidFill>
              <a:latin typeface="Calibri"/>
              <a:ea typeface="Calibri"/>
              <a:cs typeface="Calibri"/>
              <a:sym typeface="Calibri"/>
            </a:endParaRPr>
          </a:p>
        </p:txBody>
      </p:sp>
      <p:sp>
        <p:nvSpPr>
          <p:cNvPr id="394" name="Google Shape;394;p44"/>
          <p:cNvSpPr/>
          <p:nvPr/>
        </p:nvSpPr>
        <p:spPr>
          <a:xfrm>
            <a:off x="613165" y="1776963"/>
            <a:ext cx="2392500" cy="531600"/>
          </a:xfrm>
          <a:prstGeom prst="rect">
            <a:avLst/>
          </a:prstGeom>
          <a:noFill/>
          <a:ln>
            <a:noFill/>
          </a:ln>
        </p:spPr>
        <p:txBody>
          <a:bodyPr anchorCtr="0" anchor="t" bIns="34075" lIns="68125" spcFirstLastPara="1" rIns="68125" wrap="square" tIns="34075">
            <a:noAutofit/>
          </a:bodyPr>
          <a:lstStyle/>
          <a:p>
            <a:pPr indent="0" lvl="0" marL="0" marR="0" rtl="0" algn="l">
              <a:lnSpc>
                <a:spcPct val="98000"/>
              </a:lnSpc>
              <a:spcBef>
                <a:spcPts val="0"/>
              </a:spcBef>
              <a:spcAft>
                <a:spcPts val="0"/>
              </a:spcAft>
              <a:buClr>
                <a:srgbClr val="3F3F3F"/>
              </a:buClr>
              <a:buSzPts val="857"/>
              <a:buFont typeface="Arial"/>
              <a:buNone/>
            </a:pPr>
            <a:r>
              <a:rPr b="0" i="0" lang="en-US" sz="972" u="none" cap="none" strike="noStrike">
                <a:solidFill>
                  <a:srgbClr val="3F3F3F"/>
                </a:solidFill>
                <a:latin typeface="Arial"/>
                <a:ea typeface="Arial"/>
                <a:cs typeface="Arial"/>
                <a:sym typeface="Arial"/>
              </a:rPr>
              <a:t>A probe trained in one language reads the concept off the other</a:t>
            </a:r>
            <a:r>
              <a:rPr lang="en-US" sz="972">
                <a:solidFill>
                  <a:srgbClr val="3F3F3F"/>
                </a:solidFill>
              </a:rPr>
              <a:t>, </a:t>
            </a:r>
            <a:r>
              <a:rPr b="0" i="0" lang="en-US" sz="972" u="none" cap="none" strike="noStrike">
                <a:solidFill>
                  <a:srgbClr val="3F3F3F"/>
                </a:solidFill>
                <a:latin typeface="Arial"/>
                <a:ea typeface="Arial"/>
                <a:cs typeface="Arial"/>
                <a:sym typeface="Arial"/>
              </a:rPr>
              <a:t>and it strengthens with scale.</a:t>
            </a:r>
            <a:endParaRPr b="0" i="0" sz="972" u="none" cap="none" strike="noStrike">
              <a:solidFill>
                <a:srgbClr val="000000"/>
              </a:solidFill>
              <a:latin typeface="Calibri"/>
              <a:ea typeface="Calibri"/>
              <a:cs typeface="Calibri"/>
              <a:sym typeface="Calibri"/>
            </a:endParaRPr>
          </a:p>
        </p:txBody>
      </p:sp>
      <p:sp>
        <p:nvSpPr>
          <p:cNvPr id="395" name="Google Shape;395;p44"/>
          <p:cNvSpPr/>
          <p:nvPr/>
        </p:nvSpPr>
        <p:spPr>
          <a:xfrm>
            <a:off x="772939" y="2335746"/>
            <a:ext cx="2392500" cy="23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74AE"/>
              </a:buClr>
              <a:buSzPts val="969"/>
              <a:buFont typeface="Arial"/>
              <a:buNone/>
            </a:pPr>
            <a:r>
              <a:rPr b="1" i="0" lang="en-US" sz="969" u="none" cap="none" strike="noStrike">
                <a:solidFill>
                  <a:srgbClr val="2774AE"/>
                </a:solidFill>
                <a:latin typeface="Arial"/>
                <a:ea typeface="Arial"/>
                <a:cs typeface="Arial"/>
                <a:sym typeface="Arial"/>
              </a:rPr>
              <a:t>years r </a:t>
            </a:r>
            <a:r>
              <a:rPr b="1" lang="en-US" sz="969">
                <a:solidFill>
                  <a:srgbClr val="2774AE"/>
                </a:solidFill>
              </a:rPr>
              <a:t>~</a:t>
            </a:r>
            <a:r>
              <a:rPr b="1" i="0" lang="en-US" sz="969" u="none" cap="none" strike="noStrike">
                <a:solidFill>
                  <a:srgbClr val="2774AE"/>
                </a:solidFill>
                <a:latin typeface="Arial"/>
                <a:ea typeface="Arial"/>
                <a:cs typeface="Arial"/>
                <a:sym typeface="Arial"/>
              </a:rPr>
              <a:t> 0.99</a:t>
            </a:r>
            <a:r>
              <a:rPr b="1" lang="en-US" sz="969">
                <a:solidFill>
                  <a:srgbClr val="2774AE"/>
                </a:solidFill>
              </a:rPr>
              <a:t> 	</a:t>
            </a:r>
            <a:r>
              <a:rPr b="1" i="0" lang="en-US" sz="969" u="none" cap="none" strike="noStrike">
                <a:solidFill>
                  <a:srgbClr val="2774AE"/>
                </a:solidFill>
                <a:latin typeface="Arial"/>
                <a:ea typeface="Arial"/>
                <a:cs typeface="Arial"/>
                <a:sym typeface="Arial"/>
              </a:rPr>
              <a:t>  days up to 0.85</a:t>
            </a:r>
            <a:endParaRPr b="0" i="0" sz="969" u="none" cap="none" strike="noStrike">
              <a:solidFill>
                <a:srgbClr val="000000"/>
              </a:solidFill>
              <a:latin typeface="Calibri"/>
              <a:ea typeface="Calibri"/>
              <a:cs typeface="Calibri"/>
              <a:sym typeface="Calibri"/>
            </a:endParaRPr>
          </a:p>
        </p:txBody>
      </p:sp>
      <p:sp>
        <p:nvSpPr>
          <p:cNvPr id="396" name="Google Shape;396;p44"/>
          <p:cNvSpPr/>
          <p:nvPr/>
        </p:nvSpPr>
        <p:spPr>
          <a:xfrm>
            <a:off x="613165" y="2594695"/>
            <a:ext cx="2392500" cy="422700"/>
          </a:xfrm>
          <a:prstGeom prst="rect">
            <a:avLst/>
          </a:prstGeom>
          <a:noFill/>
          <a:ln>
            <a:noFill/>
          </a:ln>
        </p:spPr>
        <p:txBody>
          <a:bodyPr anchorCtr="0" anchor="t" bIns="34075" lIns="68125" spcFirstLastPara="1" rIns="68125" wrap="square" tIns="34075">
            <a:noAutofit/>
          </a:bodyPr>
          <a:lstStyle/>
          <a:p>
            <a:pPr indent="0" lvl="0" marL="0" marR="0" rtl="0" algn="l">
              <a:lnSpc>
                <a:spcPct val="96000"/>
              </a:lnSpc>
              <a:spcBef>
                <a:spcPts val="0"/>
              </a:spcBef>
              <a:spcAft>
                <a:spcPts val="0"/>
              </a:spcAft>
              <a:buClr>
                <a:srgbClr val="6B7280"/>
              </a:buClr>
              <a:buSzPts val="783"/>
              <a:buFont typeface="Arial"/>
              <a:buNone/>
            </a:pPr>
            <a:r>
              <a:rPr b="0" i="1" lang="en-US" sz="783" u="none" cap="none" strike="noStrike">
                <a:solidFill>
                  <a:srgbClr val="6B7280"/>
                </a:solidFill>
                <a:latin typeface="Arial"/>
                <a:ea typeface="Arial"/>
                <a:cs typeface="Arial"/>
                <a:sym typeface="Arial"/>
              </a:rPr>
              <a:t>cross-lingual RSA saturates (random nouns r ≈ 0.47) </a:t>
            </a:r>
            <a:r>
              <a:rPr i="1" lang="en-US" sz="783">
                <a:solidFill>
                  <a:srgbClr val="6B7280"/>
                </a:solidFill>
              </a:rPr>
              <a:t>-&gt;</a:t>
            </a:r>
            <a:r>
              <a:rPr b="0" i="1" lang="en-US" sz="783" u="none" cap="none" strike="noStrike">
                <a:solidFill>
                  <a:srgbClr val="6B7280"/>
                </a:solidFill>
                <a:latin typeface="Arial"/>
                <a:ea typeface="Arial"/>
                <a:cs typeface="Arial"/>
                <a:sym typeface="Arial"/>
              </a:rPr>
              <a:t> magnitude ≠ shared manifold.</a:t>
            </a:r>
            <a:endParaRPr b="0" i="0" sz="783" u="none" cap="none" strike="noStrike">
              <a:solidFill>
                <a:srgbClr val="000000"/>
              </a:solidFill>
              <a:latin typeface="Calibri"/>
              <a:ea typeface="Calibri"/>
              <a:cs typeface="Calibri"/>
              <a:sym typeface="Calibri"/>
            </a:endParaRPr>
          </a:p>
        </p:txBody>
      </p:sp>
      <p:sp>
        <p:nvSpPr>
          <p:cNvPr id="397" name="Google Shape;397;p44"/>
          <p:cNvSpPr/>
          <p:nvPr/>
        </p:nvSpPr>
        <p:spPr>
          <a:xfrm>
            <a:off x="3319180" y="1422612"/>
            <a:ext cx="2610900" cy="1649400"/>
          </a:xfrm>
          <a:prstGeom prst="rect">
            <a:avLst/>
          </a:prstGeom>
          <a:solidFill>
            <a:srgbClr val="FFFFFF"/>
          </a:solidFill>
          <a:ln cap="flat" cmpd="sng" w="9450">
            <a:solidFill>
              <a:srgbClr val="DADDE1"/>
            </a:solidFill>
            <a:prstDash val="solid"/>
            <a:round/>
            <a:headEnd len="sm" w="sm" type="none"/>
            <a:tailEnd len="sm" w="sm" type="none"/>
          </a:ln>
          <a:effectLst>
            <a:outerShdw blurRad="66251" rotWithShape="0" algn="bl" dir="5400000" dist="18929">
              <a:srgbClr val="000000">
                <a:alpha val="10200"/>
              </a:srgbClr>
            </a:outerShdw>
          </a:effectLst>
        </p:spPr>
        <p:txBody>
          <a:bodyPr anchorCtr="0" anchor="ctr" bIns="68125" lIns="68125" spcFirstLastPara="1" rIns="68125" wrap="square" tIns="68125">
            <a:noAutofit/>
          </a:bodyPr>
          <a:lstStyle/>
          <a:p>
            <a:pPr indent="0" lvl="0" marL="0" rtl="0" algn="l">
              <a:spcBef>
                <a:spcPts val="0"/>
              </a:spcBef>
              <a:spcAft>
                <a:spcPts val="0"/>
              </a:spcAft>
              <a:buNone/>
            </a:pPr>
            <a:r>
              <a:t/>
            </a:r>
            <a:endParaRPr/>
          </a:p>
        </p:txBody>
      </p:sp>
      <p:sp>
        <p:nvSpPr>
          <p:cNvPr id="398" name="Google Shape;398;p44"/>
          <p:cNvSpPr/>
          <p:nvPr/>
        </p:nvSpPr>
        <p:spPr>
          <a:xfrm>
            <a:off x="3319180" y="1422612"/>
            <a:ext cx="2610900" cy="300000"/>
          </a:xfrm>
          <a:prstGeom prst="rect">
            <a:avLst/>
          </a:prstGeom>
          <a:solidFill>
            <a:srgbClr val="1B9E89"/>
          </a:solidFill>
          <a:ln>
            <a:noFill/>
          </a:ln>
        </p:spPr>
        <p:txBody>
          <a:bodyPr anchorCtr="0" anchor="ctr" bIns="68125" lIns="68125" spcFirstLastPara="1" rIns="68125" wrap="square" tIns="68125">
            <a:noAutofit/>
          </a:bodyPr>
          <a:lstStyle/>
          <a:p>
            <a:pPr indent="0" lvl="0" marL="0" rtl="0" algn="l">
              <a:spcBef>
                <a:spcPts val="0"/>
              </a:spcBef>
              <a:spcAft>
                <a:spcPts val="0"/>
              </a:spcAft>
              <a:buNone/>
            </a:pPr>
            <a:r>
              <a:t/>
            </a:r>
            <a:endParaRPr/>
          </a:p>
        </p:txBody>
      </p:sp>
      <p:sp>
        <p:nvSpPr>
          <p:cNvPr id="399" name="Google Shape;399;p44"/>
          <p:cNvSpPr/>
          <p:nvPr/>
        </p:nvSpPr>
        <p:spPr>
          <a:xfrm>
            <a:off x="3428211" y="1422612"/>
            <a:ext cx="2392500" cy="3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43"/>
              <a:buFont typeface="Arial"/>
              <a:buNone/>
            </a:pPr>
            <a:r>
              <a:rPr b="1" i="0" lang="en-US" sz="1043" u="none" cap="none" strike="noStrike">
                <a:solidFill>
                  <a:srgbClr val="FFFFFF"/>
                </a:solidFill>
                <a:latin typeface="Arial"/>
                <a:ea typeface="Arial"/>
                <a:cs typeface="Arial"/>
                <a:sym typeface="Arial"/>
              </a:rPr>
              <a:t>Usable</a:t>
            </a:r>
            <a:endParaRPr b="0" i="0" sz="1043" u="none" cap="none" strike="noStrike">
              <a:solidFill>
                <a:srgbClr val="000000"/>
              </a:solidFill>
              <a:latin typeface="Calibri"/>
              <a:ea typeface="Calibri"/>
              <a:cs typeface="Calibri"/>
              <a:sym typeface="Calibri"/>
            </a:endParaRPr>
          </a:p>
        </p:txBody>
      </p:sp>
      <p:sp>
        <p:nvSpPr>
          <p:cNvPr id="400" name="Google Shape;400;p44"/>
          <p:cNvSpPr/>
          <p:nvPr/>
        </p:nvSpPr>
        <p:spPr>
          <a:xfrm>
            <a:off x="3428211" y="1776963"/>
            <a:ext cx="2392500" cy="531600"/>
          </a:xfrm>
          <a:prstGeom prst="rect">
            <a:avLst/>
          </a:prstGeom>
          <a:noFill/>
          <a:ln>
            <a:noFill/>
          </a:ln>
        </p:spPr>
        <p:txBody>
          <a:bodyPr anchorCtr="0" anchor="t" bIns="34075" lIns="68125" spcFirstLastPara="1" rIns="68125" wrap="square" tIns="34075">
            <a:noAutofit/>
          </a:bodyPr>
          <a:lstStyle/>
          <a:p>
            <a:pPr indent="0" lvl="0" marL="0" marR="0" rtl="0" algn="l">
              <a:lnSpc>
                <a:spcPct val="98000"/>
              </a:lnSpc>
              <a:spcBef>
                <a:spcPts val="0"/>
              </a:spcBef>
              <a:spcAft>
                <a:spcPts val="0"/>
              </a:spcAft>
              <a:buClr>
                <a:srgbClr val="3F3F3F"/>
              </a:buClr>
              <a:buSzPts val="857"/>
              <a:buFont typeface="Arial"/>
              <a:buNone/>
            </a:pPr>
            <a:r>
              <a:rPr b="0" i="0" lang="en-US" sz="972" u="none" cap="none" strike="noStrike">
                <a:solidFill>
                  <a:srgbClr val="3F3F3F"/>
                </a:solidFill>
                <a:latin typeface="Arial"/>
                <a:ea typeface="Arial"/>
                <a:cs typeface="Arial"/>
                <a:sym typeface="Arial"/>
              </a:rPr>
              <a:t>A steering vector built in one language causally moves behavior in the other.</a:t>
            </a:r>
            <a:endParaRPr b="0" i="0" sz="972" u="none" cap="none" strike="noStrike">
              <a:solidFill>
                <a:srgbClr val="000000"/>
              </a:solidFill>
              <a:latin typeface="Calibri"/>
              <a:ea typeface="Calibri"/>
              <a:cs typeface="Calibri"/>
              <a:sym typeface="Calibri"/>
            </a:endParaRPr>
          </a:p>
        </p:txBody>
      </p:sp>
      <p:sp>
        <p:nvSpPr>
          <p:cNvPr id="401" name="Google Shape;401;p44"/>
          <p:cNvSpPr/>
          <p:nvPr/>
        </p:nvSpPr>
        <p:spPr>
          <a:xfrm>
            <a:off x="3579936" y="2245096"/>
            <a:ext cx="2392500" cy="23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89"/>
              </a:buClr>
              <a:buSzPts val="969"/>
              <a:buFont typeface="Arial"/>
              <a:buNone/>
            </a:pPr>
            <a:r>
              <a:rPr b="1" i="0" lang="en-US" sz="969" u="none" cap="none" strike="noStrike">
                <a:solidFill>
                  <a:srgbClr val="1B9E89"/>
                </a:solidFill>
                <a:latin typeface="Arial"/>
                <a:ea typeface="Arial"/>
                <a:cs typeface="Arial"/>
                <a:sym typeface="Arial"/>
              </a:rPr>
              <a:t>clean for years (linear)</a:t>
            </a:r>
            <a:endParaRPr b="0" i="0" sz="969" u="none" cap="none" strike="noStrike">
              <a:solidFill>
                <a:srgbClr val="000000"/>
              </a:solidFill>
              <a:latin typeface="Calibri"/>
              <a:ea typeface="Calibri"/>
              <a:cs typeface="Calibri"/>
              <a:sym typeface="Calibri"/>
            </a:endParaRPr>
          </a:p>
        </p:txBody>
      </p:sp>
      <p:sp>
        <p:nvSpPr>
          <p:cNvPr id="402" name="Google Shape;402;p44"/>
          <p:cNvSpPr/>
          <p:nvPr/>
        </p:nvSpPr>
        <p:spPr>
          <a:xfrm>
            <a:off x="3428211" y="2594695"/>
            <a:ext cx="2392500" cy="422700"/>
          </a:xfrm>
          <a:prstGeom prst="rect">
            <a:avLst/>
          </a:prstGeom>
          <a:noFill/>
          <a:ln>
            <a:noFill/>
          </a:ln>
        </p:spPr>
        <p:txBody>
          <a:bodyPr anchorCtr="0" anchor="t" bIns="34075" lIns="68125" spcFirstLastPara="1" rIns="68125" wrap="square" tIns="34075">
            <a:noAutofit/>
          </a:bodyPr>
          <a:lstStyle/>
          <a:p>
            <a:pPr indent="0" lvl="0" marL="0" marR="0" rtl="0" algn="l">
              <a:lnSpc>
                <a:spcPct val="96000"/>
              </a:lnSpc>
              <a:spcBef>
                <a:spcPts val="0"/>
              </a:spcBef>
              <a:spcAft>
                <a:spcPts val="0"/>
              </a:spcAft>
              <a:buClr>
                <a:srgbClr val="6B7280"/>
              </a:buClr>
              <a:buSzPts val="783"/>
              <a:buFont typeface="Arial"/>
              <a:buNone/>
            </a:pPr>
            <a:r>
              <a:rPr b="0" i="1" lang="en-US" sz="783" u="none" cap="none" strike="noStrike">
                <a:solidFill>
                  <a:srgbClr val="6B7280"/>
                </a:solidFill>
                <a:latin typeface="Arial"/>
                <a:ea typeface="Arial"/>
                <a:cs typeface="Arial"/>
                <a:sym typeface="Arial"/>
              </a:rPr>
              <a:t>Fragile for days (cyclic): it steers, then fluency collapses outside a narrow window.</a:t>
            </a:r>
            <a:endParaRPr b="0" i="0" sz="783" u="none" cap="none" strike="noStrike">
              <a:solidFill>
                <a:srgbClr val="000000"/>
              </a:solidFill>
              <a:latin typeface="Calibri"/>
              <a:ea typeface="Calibri"/>
              <a:cs typeface="Calibri"/>
              <a:sym typeface="Calibri"/>
            </a:endParaRPr>
          </a:p>
        </p:txBody>
      </p:sp>
      <p:sp>
        <p:nvSpPr>
          <p:cNvPr id="403" name="Google Shape;403;p44"/>
          <p:cNvSpPr/>
          <p:nvPr/>
        </p:nvSpPr>
        <p:spPr>
          <a:xfrm>
            <a:off x="6134226" y="1422612"/>
            <a:ext cx="2610900" cy="1649400"/>
          </a:xfrm>
          <a:prstGeom prst="rect">
            <a:avLst/>
          </a:prstGeom>
          <a:solidFill>
            <a:srgbClr val="FFFFFF"/>
          </a:solidFill>
          <a:ln cap="flat" cmpd="sng" w="9450">
            <a:solidFill>
              <a:srgbClr val="DADDE1"/>
            </a:solidFill>
            <a:prstDash val="solid"/>
            <a:round/>
            <a:headEnd len="sm" w="sm" type="none"/>
            <a:tailEnd len="sm" w="sm" type="none"/>
          </a:ln>
          <a:effectLst>
            <a:outerShdw blurRad="66251" rotWithShape="0" algn="bl" dir="5400000" dist="18929">
              <a:srgbClr val="000000">
                <a:alpha val="10200"/>
              </a:srgbClr>
            </a:outerShdw>
          </a:effectLst>
        </p:spPr>
        <p:txBody>
          <a:bodyPr anchorCtr="0" anchor="ctr" bIns="68125" lIns="68125" spcFirstLastPara="1" rIns="68125" wrap="square" tIns="68125">
            <a:noAutofit/>
          </a:bodyPr>
          <a:lstStyle/>
          <a:p>
            <a:pPr indent="0" lvl="0" marL="0" rtl="0" algn="l">
              <a:spcBef>
                <a:spcPts val="0"/>
              </a:spcBef>
              <a:spcAft>
                <a:spcPts val="0"/>
              </a:spcAft>
              <a:buNone/>
            </a:pPr>
            <a:r>
              <a:t/>
            </a:r>
            <a:endParaRPr/>
          </a:p>
        </p:txBody>
      </p:sp>
      <p:sp>
        <p:nvSpPr>
          <p:cNvPr id="404" name="Google Shape;404;p44"/>
          <p:cNvSpPr/>
          <p:nvPr/>
        </p:nvSpPr>
        <p:spPr>
          <a:xfrm>
            <a:off x="6134226" y="1422612"/>
            <a:ext cx="2610900" cy="300000"/>
          </a:xfrm>
          <a:prstGeom prst="rect">
            <a:avLst/>
          </a:prstGeom>
          <a:solidFill>
            <a:srgbClr val="1F3A5F"/>
          </a:solidFill>
          <a:ln>
            <a:noFill/>
          </a:ln>
        </p:spPr>
        <p:txBody>
          <a:bodyPr anchorCtr="0" anchor="ctr" bIns="68125" lIns="68125" spcFirstLastPara="1" rIns="68125" wrap="square" tIns="68125">
            <a:noAutofit/>
          </a:bodyPr>
          <a:lstStyle/>
          <a:p>
            <a:pPr indent="0" lvl="0" marL="0" rtl="0" algn="l">
              <a:spcBef>
                <a:spcPts val="0"/>
              </a:spcBef>
              <a:spcAft>
                <a:spcPts val="0"/>
              </a:spcAft>
              <a:buNone/>
            </a:pPr>
            <a:r>
              <a:t/>
            </a:r>
            <a:endParaRPr/>
          </a:p>
        </p:txBody>
      </p:sp>
      <p:sp>
        <p:nvSpPr>
          <p:cNvPr id="405" name="Google Shape;405;p44"/>
          <p:cNvSpPr/>
          <p:nvPr/>
        </p:nvSpPr>
        <p:spPr>
          <a:xfrm>
            <a:off x="6243257" y="1422612"/>
            <a:ext cx="2392500" cy="3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43"/>
              <a:buFont typeface="Arial"/>
              <a:buNone/>
            </a:pPr>
            <a:r>
              <a:rPr b="1" i="0" lang="en-US" sz="1043" u="none" cap="none" strike="noStrike">
                <a:solidFill>
                  <a:srgbClr val="FFFFFF"/>
                </a:solidFill>
                <a:latin typeface="Arial"/>
                <a:ea typeface="Arial"/>
                <a:cs typeface="Arial"/>
                <a:sym typeface="Arial"/>
              </a:rPr>
              <a:t>Steerable</a:t>
            </a:r>
            <a:endParaRPr b="0" i="0" sz="1043" u="none" cap="none" strike="noStrike">
              <a:solidFill>
                <a:srgbClr val="000000"/>
              </a:solidFill>
              <a:latin typeface="Calibri"/>
              <a:ea typeface="Calibri"/>
              <a:cs typeface="Calibri"/>
              <a:sym typeface="Calibri"/>
            </a:endParaRPr>
          </a:p>
        </p:txBody>
      </p:sp>
      <p:sp>
        <p:nvSpPr>
          <p:cNvPr id="406" name="Google Shape;406;p44"/>
          <p:cNvSpPr/>
          <p:nvPr/>
        </p:nvSpPr>
        <p:spPr>
          <a:xfrm>
            <a:off x="6243257" y="1776963"/>
            <a:ext cx="2392500" cy="531600"/>
          </a:xfrm>
          <a:prstGeom prst="rect">
            <a:avLst/>
          </a:prstGeom>
          <a:noFill/>
          <a:ln>
            <a:noFill/>
          </a:ln>
        </p:spPr>
        <p:txBody>
          <a:bodyPr anchorCtr="0" anchor="t" bIns="34075" lIns="68125" spcFirstLastPara="1" rIns="68125" wrap="square" tIns="34075">
            <a:noAutofit/>
          </a:bodyPr>
          <a:lstStyle/>
          <a:p>
            <a:pPr indent="0" lvl="0" marL="0" marR="0" rtl="0" algn="l">
              <a:lnSpc>
                <a:spcPct val="98000"/>
              </a:lnSpc>
              <a:spcBef>
                <a:spcPts val="0"/>
              </a:spcBef>
              <a:spcAft>
                <a:spcPts val="0"/>
              </a:spcAft>
              <a:buClr>
                <a:srgbClr val="3F3F3F"/>
              </a:buClr>
              <a:buSzPts val="857"/>
              <a:buFont typeface="Arial"/>
              <a:buNone/>
            </a:pPr>
            <a:r>
              <a:rPr b="0" i="0" lang="en-US" sz="972" u="none" cap="none" strike="noStrike">
                <a:solidFill>
                  <a:srgbClr val="3F3F3F"/>
                </a:solidFill>
                <a:latin typeface="Arial"/>
                <a:ea typeface="Arial"/>
                <a:cs typeface="Arial"/>
                <a:sym typeface="Arial"/>
              </a:rPr>
              <a:t>A norm-preserving, on-manifold (spherical) intervention beats naive additive steering.</a:t>
            </a:r>
            <a:endParaRPr b="0" i="0" sz="972" u="none" cap="none" strike="noStrike">
              <a:solidFill>
                <a:srgbClr val="000000"/>
              </a:solidFill>
              <a:latin typeface="Calibri"/>
              <a:ea typeface="Calibri"/>
              <a:cs typeface="Calibri"/>
              <a:sym typeface="Calibri"/>
            </a:endParaRPr>
          </a:p>
        </p:txBody>
      </p:sp>
      <p:sp>
        <p:nvSpPr>
          <p:cNvPr id="407" name="Google Shape;407;p44"/>
          <p:cNvSpPr/>
          <p:nvPr/>
        </p:nvSpPr>
        <p:spPr>
          <a:xfrm>
            <a:off x="6352629" y="2362946"/>
            <a:ext cx="2392500" cy="23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969"/>
              <a:buFont typeface="Arial"/>
              <a:buNone/>
            </a:pPr>
            <a:r>
              <a:rPr b="1" i="0" lang="en-US" sz="969" u="none" cap="none" strike="noStrike">
                <a:solidFill>
                  <a:srgbClr val="1F3A5F"/>
                </a:solidFill>
                <a:latin typeface="Arial"/>
                <a:ea typeface="Arial"/>
                <a:cs typeface="Arial"/>
                <a:sym typeface="Arial"/>
              </a:rPr>
              <a:t>days ZH→EN:  2.24 vs 0.58</a:t>
            </a:r>
            <a:endParaRPr b="0" i="0" sz="969" u="none" cap="none" strike="noStrike">
              <a:solidFill>
                <a:srgbClr val="000000"/>
              </a:solidFill>
              <a:latin typeface="Calibri"/>
              <a:ea typeface="Calibri"/>
              <a:cs typeface="Calibri"/>
              <a:sym typeface="Calibri"/>
            </a:endParaRPr>
          </a:p>
        </p:txBody>
      </p:sp>
      <p:sp>
        <p:nvSpPr>
          <p:cNvPr id="408" name="Google Shape;408;p44"/>
          <p:cNvSpPr txBox="1"/>
          <p:nvPr/>
        </p:nvSpPr>
        <p:spPr>
          <a:xfrm>
            <a:off x="611525" y="913050"/>
            <a:ext cx="8737800" cy="3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50">
                <a:solidFill>
                  <a:schemeClr val="dk2"/>
                </a:solidFill>
              </a:rPr>
              <a:t>Cross-lingual concept geometry, read out and causally used across English ↔ Chinese (Qwen2.5-7B)</a:t>
            </a:r>
            <a:endParaRPr sz="1250">
              <a:latin typeface="Calibri"/>
              <a:ea typeface="Calibri"/>
              <a:cs typeface="Calibri"/>
              <a:sym typeface="Calibri"/>
            </a:endParaRPr>
          </a:p>
        </p:txBody>
      </p:sp>
      <p:pic>
        <p:nvPicPr>
          <p:cNvPr id="409" name="Google Shape;409;p44"/>
          <p:cNvPicPr preferRelativeResize="0"/>
          <p:nvPr/>
        </p:nvPicPr>
        <p:blipFill>
          <a:blip r:embed="rId3">
            <a:alphaModFix/>
          </a:blip>
          <a:stretch>
            <a:fillRect/>
          </a:stretch>
        </p:blipFill>
        <p:spPr>
          <a:xfrm>
            <a:off x="6083650" y="2614450"/>
            <a:ext cx="2829301" cy="2611650"/>
          </a:xfrm>
          <a:prstGeom prst="rect">
            <a:avLst/>
          </a:prstGeom>
          <a:noFill/>
          <a:ln>
            <a:noFill/>
          </a:ln>
        </p:spPr>
      </p:pic>
      <p:sp>
        <p:nvSpPr>
          <p:cNvPr id="410" name="Google Shape;410;p44"/>
          <p:cNvSpPr/>
          <p:nvPr/>
        </p:nvSpPr>
        <p:spPr>
          <a:xfrm>
            <a:off x="504125" y="3379525"/>
            <a:ext cx="5404200" cy="1081500"/>
          </a:xfrm>
          <a:prstGeom prst="rect">
            <a:avLst/>
          </a:prstGeom>
          <a:solidFill>
            <a:srgbClr val="DCE9F5"/>
          </a:solidFill>
          <a:ln>
            <a:noFill/>
          </a:ln>
        </p:spPr>
        <p:txBody>
          <a:bodyPr anchorCtr="0" anchor="ctr" bIns="44700" lIns="44700" spcFirstLastPara="1" rIns="44700" wrap="square" tIns="44700">
            <a:noAutofit/>
          </a:bodyPr>
          <a:lstStyle/>
          <a:p>
            <a:pPr indent="0" lvl="0" marL="0" rtl="0" algn="l">
              <a:spcBef>
                <a:spcPts val="0"/>
              </a:spcBef>
              <a:spcAft>
                <a:spcPts val="0"/>
              </a:spcAft>
              <a:buNone/>
            </a:pPr>
            <a:r>
              <a:t/>
            </a:r>
            <a:endParaRPr/>
          </a:p>
        </p:txBody>
      </p:sp>
      <p:sp>
        <p:nvSpPr>
          <p:cNvPr id="411" name="Google Shape;411;p44"/>
          <p:cNvSpPr/>
          <p:nvPr/>
        </p:nvSpPr>
        <p:spPr>
          <a:xfrm>
            <a:off x="602441" y="3431648"/>
            <a:ext cx="5207700" cy="22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660"/>
              <a:buFont typeface="Arial"/>
              <a:buNone/>
            </a:pPr>
            <a:r>
              <a:rPr b="1" i="0" lang="en-US" sz="1260" u="none" cap="none" strike="noStrike">
                <a:solidFill>
                  <a:srgbClr val="1F4E79"/>
                </a:solidFill>
                <a:latin typeface="Arial"/>
                <a:ea typeface="Arial"/>
                <a:cs typeface="Arial"/>
                <a:sym typeface="Arial"/>
              </a:rPr>
              <a:t>Next</a:t>
            </a:r>
            <a:r>
              <a:rPr b="1" lang="en-US" sz="1260">
                <a:solidFill>
                  <a:srgbClr val="1F4E79"/>
                </a:solidFill>
              </a:rPr>
              <a:t>:</a:t>
            </a:r>
            <a:r>
              <a:rPr b="1" i="0" lang="en-US" sz="1260" u="none" cap="none" strike="noStrike">
                <a:solidFill>
                  <a:srgbClr val="1F4E79"/>
                </a:solidFill>
                <a:latin typeface="Arial"/>
                <a:ea typeface="Arial"/>
                <a:cs typeface="Arial"/>
                <a:sym typeface="Arial"/>
              </a:rPr>
              <a:t> adopt the </a:t>
            </a:r>
            <a:r>
              <a:rPr b="1" lang="en-US" sz="1260">
                <a:solidFill>
                  <a:srgbClr val="1F4E79"/>
                </a:solidFill>
              </a:rPr>
              <a:t>newer</a:t>
            </a:r>
            <a:r>
              <a:rPr b="1" i="0" lang="en-US" sz="1260" u="none" cap="none" strike="noStrike">
                <a:solidFill>
                  <a:srgbClr val="1F4E79"/>
                </a:solidFill>
                <a:latin typeface="Arial"/>
                <a:ea typeface="Arial"/>
                <a:cs typeface="Arial"/>
                <a:sym typeface="Arial"/>
              </a:rPr>
              <a:t> </a:t>
            </a:r>
            <a:r>
              <a:rPr b="1" lang="en-US" sz="1260">
                <a:solidFill>
                  <a:srgbClr val="1F4E79"/>
                </a:solidFill>
              </a:rPr>
              <a:t>interpretability methods</a:t>
            </a:r>
            <a:endParaRPr b="0" i="0" sz="1260" u="none" cap="none" strike="noStrike">
              <a:solidFill>
                <a:srgbClr val="000000"/>
              </a:solidFill>
              <a:latin typeface="Calibri"/>
              <a:ea typeface="Calibri"/>
              <a:cs typeface="Calibri"/>
              <a:sym typeface="Calibri"/>
            </a:endParaRPr>
          </a:p>
        </p:txBody>
      </p:sp>
      <p:sp>
        <p:nvSpPr>
          <p:cNvPr id="412" name="Google Shape;412;p44"/>
          <p:cNvSpPr/>
          <p:nvPr/>
        </p:nvSpPr>
        <p:spPr>
          <a:xfrm>
            <a:off x="638192" y="3666201"/>
            <a:ext cx="5145300" cy="742800"/>
          </a:xfrm>
          <a:prstGeom prst="rect">
            <a:avLst/>
          </a:prstGeom>
          <a:noFill/>
          <a:ln>
            <a:noFill/>
          </a:ln>
        </p:spPr>
        <p:txBody>
          <a:bodyPr anchorCtr="0" anchor="t" bIns="22350" lIns="44700" spcFirstLastPara="1" rIns="44700" wrap="square" tIns="22350">
            <a:noAutofit/>
          </a:bodyPr>
          <a:lstStyle/>
          <a:p>
            <a:pPr indent="-112295" lvl="0" marL="86895" marR="0" rtl="0" algn="l">
              <a:lnSpc>
                <a:spcPct val="98000"/>
              </a:lnSpc>
              <a:spcBef>
                <a:spcPts val="0"/>
              </a:spcBef>
              <a:spcAft>
                <a:spcPts val="0"/>
              </a:spcAft>
              <a:buClr>
                <a:srgbClr val="1F4E79"/>
              </a:buClr>
              <a:buSzPts val="986"/>
              <a:buFont typeface="Arial"/>
              <a:buChar char="•"/>
            </a:pPr>
            <a:r>
              <a:rPr b="0" i="0" lang="en-US" sz="986" u="none" cap="none" strike="noStrike">
                <a:solidFill>
                  <a:srgbClr val="1F4E79"/>
                </a:solidFill>
                <a:latin typeface="Arial"/>
                <a:ea typeface="Arial"/>
                <a:cs typeface="Arial"/>
                <a:sym typeface="Arial"/>
              </a:rPr>
              <a:t>Replace RSA with explicitly fitted manifolds</a:t>
            </a:r>
            <a:r>
              <a:rPr lang="en-US" sz="986">
                <a:solidFill>
                  <a:srgbClr val="1F4E79"/>
                </a:solidFill>
              </a:rPr>
              <a:t>,</a:t>
            </a:r>
            <a:r>
              <a:rPr b="0" i="0" lang="en-US" sz="986" u="none" cap="none" strike="noStrike">
                <a:solidFill>
                  <a:srgbClr val="1F4E79"/>
                </a:solidFill>
                <a:latin typeface="Arial"/>
                <a:ea typeface="Arial"/>
                <a:cs typeface="Arial"/>
                <a:sym typeface="Arial"/>
              </a:rPr>
              <a:t> an activation manifold </a:t>
            </a:r>
            <a:r>
              <a:rPr b="0" i="0" lang="en-US" sz="986" u="none" cap="none" strike="noStrike">
                <a:solidFill>
                  <a:srgbClr val="1F4E79"/>
                </a:solidFill>
                <a:latin typeface="Arial"/>
                <a:ea typeface="Arial"/>
                <a:cs typeface="Arial"/>
                <a:sym typeface="Arial"/>
              </a:rPr>
              <a:t>(Mₕ) </a:t>
            </a:r>
            <a:r>
              <a:rPr b="0" i="0" lang="en-US" sz="986" u="none" cap="none" strike="noStrike">
                <a:solidFill>
                  <a:srgbClr val="1F4E79"/>
                </a:solidFill>
                <a:latin typeface="Arial"/>
                <a:ea typeface="Arial"/>
                <a:cs typeface="Arial"/>
                <a:sym typeface="Arial"/>
              </a:rPr>
              <a:t>and a behavior manifold (Mᵧ)</a:t>
            </a:r>
            <a:r>
              <a:rPr lang="en-US" sz="986">
                <a:solidFill>
                  <a:srgbClr val="1F4E79"/>
                </a:solidFill>
              </a:rPr>
              <a:t>,</a:t>
            </a:r>
            <a:r>
              <a:rPr b="0" i="0" lang="en-US" sz="986" u="none" cap="none" strike="noStrike">
                <a:solidFill>
                  <a:srgbClr val="1F4E79"/>
                </a:solidFill>
                <a:latin typeface="Arial"/>
                <a:ea typeface="Arial"/>
                <a:cs typeface="Arial"/>
                <a:sym typeface="Arial"/>
              </a:rPr>
              <a:t> and test cross-lingual geodesic isometry vs. a chord + shuffled null.</a:t>
            </a:r>
            <a:endParaRPr b="0" i="0" sz="986" u="none" cap="none" strike="noStrike">
              <a:solidFill>
                <a:srgbClr val="000000"/>
              </a:solidFill>
              <a:latin typeface="Calibri"/>
              <a:ea typeface="Calibri"/>
              <a:cs typeface="Calibri"/>
              <a:sym typeface="Calibri"/>
            </a:endParaRPr>
          </a:p>
          <a:p>
            <a:pPr indent="-112295" lvl="0" marL="86895" marR="0" rtl="0" algn="l">
              <a:lnSpc>
                <a:spcPct val="98000"/>
              </a:lnSpc>
              <a:spcBef>
                <a:spcPts val="195"/>
              </a:spcBef>
              <a:spcAft>
                <a:spcPts val="0"/>
              </a:spcAft>
              <a:buClr>
                <a:srgbClr val="1F4E79"/>
              </a:buClr>
              <a:buSzPts val="986"/>
              <a:buFont typeface="Arial"/>
              <a:buChar char="•"/>
            </a:pPr>
            <a:r>
              <a:rPr b="0" i="0" lang="en-US" sz="986" u="none" cap="none" strike="noStrike">
                <a:solidFill>
                  <a:srgbClr val="1F4E79"/>
                </a:solidFill>
                <a:latin typeface="Arial"/>
                <a:ea typeface="Arial"/>
                <a:cs typeface="Arial"/>
                <a:sym typeface="Arial"/>
              </a:rPr>
              <a:t>Upgrade steering to true geodesics on the manifold, judged by a naturalness metric (distance of the behavior trajectory to Mᵧ), not “off-target broke.”</a:t>
            </a:r>
            <a:endParaRPr b="0" i="0" sz="986"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presentation-01-light">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esentation-01-light">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